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nter Bold" charset="1" panose="020B0802030000000004"/>
      <p:regular r:id="rId19"/>
    </p:embeddedFont>
    <p:embeddedFont>
      <p:font typeface="Westonia" charset="1" panose="02000505020000020003"/>
      <p:regular r:id="rId20"/>
    </p:embeddedFont>
    <p:embeddedFont>
      <p:font typeface="DM Sans" charset="1" panose="00000000000000000000"/>
      <p:regular r:id="rId21"/>
    </p:embeddedFont>
    <p:embeddedFont>
      <p:font typeface="Inter" charset="1" panose="020B050203000000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9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1.png" Type="http://schemas.openxmlformats.org/officeDocument/2006/relationships/image"/><Relationship Id="rId6" Target="../media/image12.jpeg" Type="http://schemas.openxmlformats.org/officeDocument/2006/relationships/image"/><Relationship Id="rId7" Target="../media/image13.pn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10.pn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png" Type="http://schemas.openxmlformats.org/officeDocument/2006/relationships/image"/><Relationship Id="rId16" Target="../media/image9.png" Type="http://schemas.openxmlformats.org/officeDocument/2006/relationships/image"/><Relationship Id="rId17" Target="../media/image26.png" Type="http://schemas.openxmlformats.org/officeDocument/2006/relationships/image"/><Relationship Id="rId18" Target="../media/image27.svg" Type="http://schemas.openxmlformats.org/officeDocument/2006/relationships/image"/><Relationship Id="rId19" Target="../media/image28.pn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9.png" Type="http://schemas.openxmlformats.org/officeDocument/2006/relationships/image"/><Relationship Id="rId17" Target="../media/image36.png" Type="http://schemas.openxmlformats.org/officeDocument/2006/relationships/image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jpeg" Type="http://schemas.openxmlformats.org/officeDocument/2006/relationships/image"/><Relationship Id="rId11" Target="../media/image39.jpeg" Type="http://schemas.openxmlformats.org/officeDocument/2006/relationships/image"/><Relationship Id="rId12" Target="../media/image40.jpeg" Type="http://schemas.openxmlformats.org/officeDocument/2006/relationships/image"/><Relationship Id="rId13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3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47.png" Type="http://schemas.openxmlformats.org/officeDocument/2006/relationships/image"/><Relationship Id="rId6" Target="../media/image48.jpeg" Type="http://schemas.openxmlformats.org/officeDocument/2006/relationships/image"/><Relationship Id="rId7" Target="../media/image49.jpeg" Type="http://schemas.openxmlformats.org/officeDocument/2006/relationships/image"/><Relationship Id="rId8" Target="../media/image50.png" Type="http://schemas.openxmlformats.org/officeDocument/2006/relationships/image"/><Relationship Id="rId9" Target="../media/image5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3.png" Type="http://schemas.openxmlformats.org/officeDocument/2006/relationships/image"/><Relationship Id="rId12" Target="../media/image4.svg" Type="http://schemas.openxmlformats.org/officeDocument/2006/relationships/image"/><Relationship Id="rId13" Target="../media/image57.jpeg" Type="http://schemas.openxmlformats.org/officeDocument/2006/relationships/image"/><Relationship Id="rId14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54.jpeg" Type="http://schemas.openxmlformats.org/officeDocument/2006/relationships/image"/><Relationship Id="rId4" Target="../media/image30.png" Type="http://schemas.openxmlformats.org/officeDocument/2006/relationships/image"/><Relationship Id="rId5" Target="../media/image55.jpeg" Type="http://schemas.openxmlformats.org/officeDocument/2006/relationships/image"/><Relationship Id="rId6" Target="../media/image56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60.png" Type="http://schemas.openxmlformats.org/officeDocument/2006/relationships/image"/><Relationship Id="rId2" Target="../media/image1.jpeg" Type="http://schemas.openxmlformats.org/officeDocument/2006/relationships/image"/><Relationship Id="rId3" Target="../media/image58.jpeg" Type="http://schemas.openxmlformats.org/officeDocument/2006/relationships/image"/><Relationship Id="rId4" Target="../media/image54.jpeg" Type="http://schemas.openxmlformats.org/officeDocument/2006/relationships/image"/><Relationship Id="rId5" Target="../media/image59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sv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54435" y="-134179"/>
            <a:ext cx="10020109" cy="10593024"/>
            <a:chOff x="0" y="0"/>
            <a:chExt cx="7255732" cy="76705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6409" y="7343"/>
              <a:ext cx="7228941" cy="7654605"/>
            </a:xfrm>
            <a:custGeom>
              <a:avLst/>
              <a:gdLst/>
              <a:ahLst/>
              <a:cxnLst/>
              <a:rect r="r" b="b" t="t" l="l"/>
              <a:pathLst>
                <a:path h="7654605" w="7228941">
                  <a:moveTo>
                    <a:pt x="7221921" y="456089"/>
                  </a:moveTo>
                  <a:cubicBezTo>
                    <a:pt x="7204360" y="476778"/>
                    <a:pt x="7138470" y="651944"/>
                    <a:pt x="7157918" y="690908"/>
                  </a:cubicBezTo>
                  <a:cubicBezTo>
                    <a:pt x="7178962" y="683494"/>
                    <a:pt x="7077369" y="792801"/>
                    <a:pt x="7129762" y="925555"/>
                  </a:cubicBezTo>
                  <a:cubicBezTo>
                    <a:pt x="7114813" y="949864"/>
                    <a:pt x="7211181" y="974519"/>
                    <a:pt x="7203199" y="1025896"/>
                  </a:cubicBezTo>
                  <a:cubicBezTo>
                    <a:pt x="7189121" y="1051930"/>
                    <a:pt x="7138034" y="1043482"/>
                    <a:pt x="7178962" y="1078825"/>
                  </a:cubicBezTo>
                  <a:cubicBezTo>
                    <a:pt x="7187524" y="1193476"/>
                    <a:pt x="7238848" y="1236751"/>
                    <a:pt x="7067791" y="1554326"/>
                  </a:cubicBezTo>
                  <a:cubicBezTo>
                    <a:pt x="7033830" y="1548981"/>
                    <a:pt x="6941380" y="1898279"/>
                    <a:pt x="6813664" y="2159476"/>
                  </a:cubicBezTo>
                  <a:cubicBezTo>
                    <a:pt x="6832096" y="2208785"/>
                    <a:pt x="6852559" y="2231370"/>
                    <a:pt x="6809455" y="2321884"/>
                  </a:cubicBezTo>
                  <a:cubicBezTo>
                    <a:pt x="6817003" y="2344642"/>
                    <a:pt x="6890294" y="2385331"/>
                    <a:pt x="6852124" y="2445501"/>
                  </a:cubicBezTo>
                  <a:cubicBezTo>
                    <a:pt x="6811633" y="2559117"/>
                    <a:pt x="6813519" y="2823763"/>
                    <a:pt x="6864025" y="2866348"/>
                  </a:cubicBezTo>
                  <a:cubicBezTo>
                    <a:pt x="6893197" y="2854452"/>
                    <a:pt x="6791024" y="3079789"/>
                    <a:pt x="6844577" y="3091857"/>
                  </a:cubicBezTo>
                  <a:cubicBezTo>
                    <a:pt x="6827161" y="3169613"/>
                    <a:pt x="6896534" y="3214784"/>
                    <a:pt x="6747339" y="3379261"/>
                  </a:cubicBezTo>
                  <a:cubicBezTo>
                    <a:pt x="6630798" y="3462016"/>
                    <a:pt x="6770995" y="3528049"/>
                    <a:pt x="6657212" y="3645975"/>
                  </a:cubicBezTo>
                  <a:cubicBezTo>
                    <a:pt x="6703509" y="3691836"/>
                    <a:pt x="6588129" y="3722524"/>
                    <a:pt x="6670999" y="3938724"/>
                  </a:cubicBezTo>
                  <a:cubicBezTo>
                    <a:pt x="6681885" y="3951482"/>
                    <a:pt x="6617882" y="4017859"/>
                    <a:pt x="6598578" y="4074408"/>
                  </a:cubicBezTo>
                  <a:cubicBezTo>
                    <a:pt x="6650536" y="4141820"/>
                    <a:pt x="6593064" y="4137337"/>
                    <a:pt x="6575358" y="4254574"/>
                  </a:cubicBezTo>
                  <a:cubicBezTo>
                    <a:pt x="6480586" y="4342675"/>
                    <a:pt x="6483780" y="4383535"/>
                    <a:pt x="6393943" y="4516117"/>
                  </a:cubicBezTo>
                  <a:cubicBezTo>
                    <a:pt x="6420066" y="4506289"/>
                    <a:pt x="6451996" y="4571977"/>
                    <a:pt x="6375220" y="4725937"/>
                  </a:cubicBezTo>
                  <a:cubicBezTo>
                    <a:pt x="6370141" y="4752660"/>
                    <a:pt x="6266517" y="4778521"/>
                    <a:pt x="6240973" y="4839554"/>
                  </a:cubicBezTo>
                  <a:cubicBezTo>
                    <a:pt x="6206577" y="4867139"/>
                    <a:pt x="6276676" y="4910758"/>
                    <a:pt x="6198740" y="4912137"/>
                  </a:cubicBezTo>
                  <a:cubicBezTo>
                    <a:pt x="6208608" y="4974894"/>
                    <a:pt x="6145621" y="4959894"/>
                    <a:pt x="6129947" y="4987135"/>
                  </a:cubicBezTo>
                  <a:cubicBezTo>
                    <a:pt x="6179437" y="5023685"/>
                    <a:pt x="6142283" y="5016099"/>
                    <a:pt x="6182485" y="5036788"/>
                  </a:cubicBezTo>
                  <a:cubicBezTo>
                    <a:pt x="6179873" y="5134716"/>
                    <a:pt x="6059994" y="5276090"/>
                    <a:pt x="6067250" y="5397810"/>
                  </a:cubicBezTo>
                  <a:cubicBezTo>
                    <a:pt x="6025597" y="5517288"/>
                    <a:pt x="6055784" y="5566079"/>
                    <a:pt x="5995700" y="5696937"/>
                  </a:cubicBezTo>
                  <a:cubicBezTo>
                    <a:pt x="6038224" y="5712454"/>
                    <a:pt x="6007746" y="5731073"/>
                    <a:pt x="5958547" y="5836932"/>
                  </a:cubicBezTo>
                  <a:cubicBezTo>
                    <a:pt x="6010649" y="5871931"/>
                    <a:pt x="5991201" y="5951755"/>
                    <a:pt x="5936631" y="6045200"/>
                  </a:cubicBezTo>
                  <a:cubicBezTo>
                    <a:pt x="6029080" y="6109336"/>
                    <a:pt x="5975672" y="6310191"/>
                    <a:pt x="5924876" y="6390360"/>
                  </a:cubicBezTo>
                  <a:cubicBezTo>
                    <a:pt x="5939969" y="6456737"/>
                    <a:pt x="5915007" y="6527080"/>
                    <a:pt x="5852310" y="6586216"/>
                  </a:cubicBezTo>
                  <a:cubicBezTo>
                    <a:pt x="5808335" y="6723107"/>
                    <a:pt x="5791789" y="6836380"/>
                    <a:pt x="5610955" y="6975512"/>
                  </a:cubicBezTo>
                  <a:cubicBezTo>
                    <a:pt x="5560014" y="7082578"/>
                    <a:pt x="5564368" y="7152230"/>
                    <a:pt x="5464081" y="7295156"/>
                  </a:cubicBezTo>
                  <a:cubicBezTo>
                    <a:pt x="5424170" y="7345671"/>
                    <a:pt x="5376422" y="7289294"/>
                    <a:pt x="5385275" y="7379463"/>
                  </a:cubicBezTo>
                  <a:cubicBezTo>
                    <a:pt x="5328964" y="7404808"/>
                    <a:pt x="5401529" y="7484459"/>
                    <a:pt x="5271636" y="7552216"/>
                  </a:cubicBezTo>
                  <a:cubicBezTo>
                    <a:pt x="5293116" y="7633937"/>
                    <a:pt x="5351604" y="7671247"/>
                    <a:pt x="5110685" y="7647040"/>
                  </a:cubicBezTo>
                  <a:cubicBezTo>
                    <a:pt x="3518441" y="7643247"/>
                    <a:pt x="1965238" y="7658246"/>
                    <a:pt x="298977" y="7641351"/>
                  </a:cubicBezTo>
                  <a:cubicBezTo>
                    <a:pt x="204351" y="7631006"/>
                    <a:pt x="-24958" y="7731699"/>
                    <a:pt x="25113" y="7501872"/>
                  </a:cubicBezTo>
                  <a:cubicBezTo>
                    <a:pt x="37594" y="5268849"/>
                    <a:pt x="5085" y="2978585"/>
                    <a:pt x="11035" y="752285"/>
                  </a:cubicBezTo>
                  <a:cubicBezTo>
                    <a:pt x="188386" y="-208257"/>
                    <a:pt x="-1246879" y="58172"/>
                    <a:pt x="5838522" y="5932"/>
                  </a:cubicBezTo>
                  <a:cubicBezTo>
                    <a:pt x="6246343" y="16966"/>
                    <a:pt x="6835144" y="-22329"/>
                    <a:pt x="7201167" y="20587"/>
                  </a:cubicBezTo>
                  <a:cubicBezTo>
                    <a:pt x="7239356" y="38345"/>
                    <a:pt x="7229450" y="418504"/>
                    <a:pt x="7221921" y="456089"/>
                  </a:cubicBezTo>
                  <a:close/>
                </a:path>
              </a:pathLst>
            </a:custGeom>
            <a:blipFill>
              <a:blip r:embed="rId3"/>
              <a:stretch>
                <a:fillRect l="-7798" t="0" r="-3355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011262" y="1660597"/>
            <a:ext cx="1654412" cy="1377298"/>
          </a:xfrm>
          <a:custGeom>
            <a:avLst/>
            <a:gdLst/>
            <a:ahLst/>
            <a:cxnLst/>
            <a:rect r="r" b="b" t="t" l="l"/>
            <a:pathLst>
              <a:path h="1377298" w="1654412">
                <a:moveTo>
                  <a:pt x="0" y="0"/>
                </a:moveTo>
                <a:lnTo>
                  <a:pt x="1654412" y="0"/>
                </a:lnTo>
                <a:lnTo>
                  <a:pt x="1654412" y="1377298"/>
                </a:lnTo>
                <a:lnTo>
                  <a:pt x="0" y="1377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30953" y="-110709"/>
            <a:ext cx="2256694" cy="1477109"/>
          </a:xfrm>
          <a:custGeom>
            <a:avLst/>
            <a:gdLst/>
            <a:ahLst/>
            <a:cxnLst/>
            <a:rect r="r" b="b" t="t" l="l"/>
            <a:pathLst>
              <a:path h="1477109" w="2256694">
                <a:moveTo>
                  <a:pt x="0" y="0"/>
                </a:moveTo>
                <a:lnTo>
                  <a:pt x="2256694" y="0"/>
                </a:lnTo>
                <a:lnTo>
                  <a:pt x="2256694" y="1477109"/>
                </a:lnTo>
                <a:lnTo>
                  <a:pt x="0" y="1477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665674" y="2551288"/>
            <a:ext cx="7846363" cy="172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72"/>
              </a:lnSpc>
            </a:pPr>
            <a:r>
              <a:rPr lang="en-US" sz="11628" b="true">
                <a:solidFill>
                  <a:srgbClr val="322725"/>
                </a:solidFill>
                <a:latin typeface="Inter Bold"/>
                <a:ea typeface="Inter Bold"/>
                <a:cs typeface="Inter Bold"/>
                <a:sym typeface="Inter Bold"/>
              </a:rPr>
              <a:t>My month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450548" y="3835756"/>
            <a:ext cx="7997845" cy="3155513"/>
          </a:xfrm>
          <a:custGeom>
            <a:avLst/>
            <a:gdLst/>
            <a:ahLst/>
            <a:cxnLst/>
            <a:rect r="r" b="b" t="t" l="l"/>
            <a:pathLst>
              <a:path h="3155513" w="7997845">
                <a:moveTo>
                  <a:pt x="0" y="0"/>
                </a:moveTo>
                <a:lnTo>
                  <a:pt x="7997845" y="0"/>
                </a:lnTo>
                <a:lnTo>
                  <a:pt x="7997845" y="3155514"/>
                </a:lnTo>
                <a:lnTo>
                  <a:pt x="0" y="31555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563832" y="4856050"/>
            <a:ext cx="4040108" cy="172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72"/>
              </a:lnSpc>
            </a:pPr>
            <a:r>
              <a:rPr lang="en-US" sz="11628" b="true">
                <a:solidFill>
                  <a:srgbClr val="F7A012"/>
                </a:solidFill>
                <a:latin typeface="Inter Bold"/>
                <a:ea typeface="Inter Bold"/>
                <a:cs typeface="Inter Bold"/>
                <a:sym typeface="Inter Bold"/>
              </a:rPr>
              <a:t>INGV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65674" y="3856528"/>
            <a:ext cx="1035074" cy="128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2"/>
              </a:lnSpc>
            </a:pPr>
            <a:r>
              <a:rPr lang="en-US" sz="7698">
                <a:solidFill>
                  <a:srgbClr val="000000"/>
                </a:solidFill>
                <a:latin typeface="Westonia"/>
                <a:ea typeface="Westonia"/>
                <a:cs typeface="Westonia"/>
                <a:sym typeface="Westonia"/>
              </a:rPr>
              <a:t>at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47116" y="6767159"/>
            <a:ext cx="4474985" cy="483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9"/>
              </a:lnSpc>
            </a:pPr>
            <a:r>
              <a:rPr lang="en-US" sz="282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 my FSL experience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458488" y="1069139"/>
            <a:ext cx="1413578" cy="1405263"/>
          </a:xfrm>
          <a:custGeom>
            <a:avLst/>
            <a:gdLst/>
            <a:ahLst/>
            <a:cxnLst/>
            <a:rect r="r" b="b" t="t" l="l"/>
            <a:pathLst>
              <a:path h="1405263" w="1413578">
                <a:moveTo>
                  <a:pt x="0" y="0"/>
                </a:moveTo>
                <a:lnTo>
                  <a:pt x="1413578" y="0"/>
                </a:lnTo>
                <a:lnTo>
                  <a:pt x="1413578" y="1405263"/>
                </a:lnTo>
                <a:lnTo>
                  <a:pt x="0" y="1405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761586" y="1560885"/>
            <a:ext cx="2222502" cy="37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Matteo Galdini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165277" y="8221851"/>
            <a:ext cx="5638857" cy="1070184"/>
            <a:chOff x="0" y="0"/>
            <a:chExt cx="7518476" cy="142691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246733"/>
              <a:ext cx="5386811" cy="933445"/>
              <a:chOff x="0" y="0"/>
              <a:chExt cx="1064061" cy="1843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64061" cy="184384"/>
              </a:xfrm>
              <a:custGeom>
                <a:avLst/>
                <a:gdLst/>
                <a:ahLst/>
                <a:cxnLst/>
                <a:rect r="r" b="b" t="t" l="l"/>
                <a:pathLst>
                  <a:path h="184384" w="1064061">
                    <a:moveTo>
                      <a:pt x="92192" y="0"/>
                    </a:moveTo>
                    <a:lnTo>
                      <a:pt x="971869" y="0"/>
                    </a:lnTo>
                    <a:cubicBezTo>
                      <a:pt x="1022786" y="0"/>
                      <a:pt x="1064061" y="41276"/>
                      <a:pt x="1064061" y="92192"/>
                    </a:cubicBezTo>
                    <a:lnTo>
                      <a:pt x="1064061" y="92192"/>
                    </a:lnTo>
                    <a:cubicBezTo>
                      <a:pt x="1064061" y="116643"/>
                      <a:pt x="1054348" y="140092"/>
                      <a:pt x="1037059" y="157382"/>
                    </a:cubicBezTo>
                    <a:cubicBezTo>
                      <a:pt x="1019770" y="174671"/>
                      <a:pt x="996320" y="184384"/>
                      <a:pt x="971869" y="184384"/>
                    </a:cubicBezTo>
                    <a:lnTo>
                      <a:pt x="92192" y="184384"/>
                    </a:lnTo>
                    <a:cubicBezTo>
                      <a:pt x="67741" y="184384"/>
                      <a:pt x="44292" y="174671"/>
                      <a:pt x="27002" y="157382"/>
                    </a:cubicBezTo>
                    <a:cubicBezTo>
                      <a:pt x="9713" y="140092"/>
                      <a:pt x="0" y="116643"/>
                      <a:pt x="0" y="92192"/>
                    </a:cubicBezTo>
                    <a:lnTo>
                      <a:pt x="0" y="92192"/>
                    </a:lnTo>
                    <a:cubicBezTo>
                      <a:pt x="0" y="67741"/>
                      <a:pt x="9713" y="44292"/>
                      <a:pt x="27002" y="27002"/>
                    </a:cubicBezTo>
                    <a:cubicBezTo>
                      <a:pt x="44292" y="9713"/>
                      <a:pt x="67741" y="0"/>
                      <a:pt x="92192" y="0"/>
                    </a:cubicBezTo>
                    <a:close/>
                  </a:path>
                </a:pathLst>
              </a:custGeom>
              <a:solidFill>
                <a:srgbClr val="F7A012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9525"/>
                <a:ext cx="1064061" cy="174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4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5067838" y="0"/>
              <a:ext cx="2450638" cy="1426911"/>
            </a:xfrm>
            <a:custGeom>
              <a:avLst/>
              <a:gdLst/>
              <a:ahLst/>
              <a:cxnLst/>
              <a:rect r="r" b="b" t="t" l="l"/>
              <a:pathLst>
                <a:path h="1426911" w="2450638">
                  <a:moveTo>
                    <a:pt x="0" y="0"/>
                  </a:moveTo>
                  <a:lnTo>
                    <a:pt x="2450638" y="0"/>
                  </a:lnTo>
                  <a:lnTo>
                    <a:pt x="2450638" y="1426911"/>
                  </a:lnTo>
                  <a:lnTo>
                    <a:pt x="0" y="1426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1352" r="-4264" b="-6771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65703" y="448150"/>
              <a:ext cx="4855404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2"/>
                </a:lnSpc>
              </a:pPr>
              <a:r>
                <a:rPr lang="en-US" sz="2144" u="sng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https://www.bo.ingv.it/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1282" y="1617267"/>
            <a:ext cx="7273648" cy="2869785"/>
          </a:xfrm>
          <a:custGeom>
            <a:avLst/>
            <a:gdLst/>
            <a:ahLst/>
            <a:cxnLst/>
            <a:rect r="r" b="b" t="t" l="l"/>
            <a:pathLst>
              <a:path h="2869785" w="7273648">
                <a:moveTo>
                  <a:pt x="0" y="0"/>
                </a:moveTo>
                <a:lnTo>
                  <a:pt x="7273648" y="0"/>
                </a:lnTo>
                <a:lnTo>
                  <a:pt x="7273648" y="2869784"/>
                </a:lnTo>
                <a:lnTo>
                  <a:pt x="0" y="2869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182231">
            <a:off x="10191500" y="1269079"/>
            <a:ext cx="5096502" cy="7701940"/>
            <a:chOff x="0" y="0"/>
            <a:chExt cx="6790944" cy="10262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90944" cy="10262616"/>
            </a:xfrm>
            <a:custGeom>
              <a:avLst/>
              <a:gdLst/>
              <a:ahLst/>
              <a:cxnLst/>
              <a:rect r="r" b="b" t="t" l="l"/>
              <a:pathLst>
                <a:path h="10262616" w="6790944">
                  <a:moveTo>
                    <a:pt x="6790944" y="10262616"/>
                  </a:moveTo>
                  <a:lnTo>
                    <a:pt x="0" y="10262616"/>
                  </a:lnTo>
                  <a:lnTo>
                    <a:pt x="0" y="0"/>
                  </a:lnTo>
                  <a:lnTo>
                    <a:pt x="6790944" y="0"/>
                  </a:lnTo>
                  <a:lnTo>
                    <a:pt x="6790944" y="10262616"/>
                  </a:lnTo>
                  <a:close/>
                </a:path>
              </a:pathLst>
            </a:custGeom>
            <a:blipFill>
              <a:blip r:embed="rId5"/>
              <a:stretch>
                <a:fillRect l="-311" t="0" r="-311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9943" y="923837"/>
              <a:ext cx="6533961" cy="7709113"/>
            </a:xfrm>
            <a:custGeom>
              <a:avLst/>
              <a:gdLst/>
              <a:ahLst/>
              <a:cxnLst/>
              <a:rect r="r" b="b" t="t" l="l"/>
              <a:pathLst>
                <a:path h="7709113" w="6533961">
                  <a:moveTo>
                    <a:pt x="6533961" y="7683714"/>
                  </a:moveTo>
                  <a:lnTo>
                    <a:pt x="0" y="7709114"/>
                  </a:lnTo>
                  <a:lnTo>
                    <a:pt x="0" y="0"/>
                  </a:lnTo>
                  <a:lnTo>
                    <a:pt x="6533961" y="0"/>
                  </a:lnTo>
                  <a:lnTo>
                    <a:pt x="6533961" y="7683714"/>
                  </a:lnTo>
                  <a:close/>
                </a:path>
              </a:pathLst>
            </a:custGeom>
            <a:blipFill>
              <a:blip r:embed="rId6"/>
              <a:stretch>
                <a:fillRect l="0" t="-6572" r="0" b="-657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15339">
            <a:off x="13245406" y="4978964"/>
            <a:ext cx="3389186" cy="4248026"/>
            <a:chOff x="0" y="0"/>
            <a:chExt cx="812800" cy="10187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018769"/>
            </a:xfrm>
            <a:custGeom>
              <a:avLst/>
              <a:gdLst/>
              <a:ahLst/>
              <a:cxnLst/>
              <a:rect r="r" b="b" t="t" l="l"/>
              <a:pathLst>
                <a:path h="101876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18769"/>
                  </a:lnTo>
                  <a:lnTo>
                    <a:pt x="0" y="1018769"/>
                  </a:lnTo>
                  <a:close/>
                </a:path>
              </a:pathLst>
            </a:custGeom>
            <a:blipFill>
              <a:blip r:embed="rId7"/>
              <a:stretch>
                <a:fillRect l="0" t="-3188" r="0" b="-3188"/>
              </a:stretch>
            </a:blipFill>
            <a:ln w="952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673538" y="786171"/>
            <a:ext cx="1393943" cy="1160457"/>
          </a:xfrm>
          <a:custGeom>
            <a:avLst/>
            <a:gdLst/>
            <a:ahLst/>
            <a:cxnLst/>
            <a:rect r="r" b="b" t="t" l="l"/>
            <a:pathLst>
              <a:path h="1160457" w="1393943">
                <a:moveTo>
                  <a:pt x="0" y="0"/>
                </a:moveTo>
                <a:lnTo>
                  <a:pt x="1393943" y="0"/>
                </a:lnTo>
                <a:lnTo>
                  <a:pt x="1393943" y="1160458"/>
                </a:lnTo>
                <a:lnTo>
                  <a:pt x="0" y="11604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30953" y="-110709"/>
            <a:ext cx="2256694" cy="1477109"/>
          </a:xfrm>
          <a:custGeom>
            <a:avLst/>
            <a:gdLst/>
            <a:ahLst/>
            <a:cxnLst/>
            <a:rect r="r" b="b" t="t" l="l"/>
            <a:pathLst>
              <a:path h="1477109" w="2256694">
                <a:moveTo>
                  <a:pt x="0" y="0"/>
                </a:moveTo>
                <a:lnTo>
                  <a:pt x="2256694" y="0"/>
                </a:lnTo>
                <a:lnTo>
                  <a:pt x="2256694" y="1477109"/>
                </a:lnTo>
                <a:lnTo>
                  <a:pt x="0" y="14771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34598" y="8398386"/>
            <a:ext cx="1032930" cy="859914"/>
          </a:xfrm>
          <a:custGeom>
            <a:avLst/>
            <a:gdLst/>
            <a:ahLst/>
            <a:cxnLst/>
            <a:rect r="r" b="b" t="t" l="l"/>
            <a:pathLst>
              <a:path h="859914" w="1032930">
                <a:moveTo>
                  <a:pt x="0" y="0"/>
                </a:moveTo>
                <a:lnTo>
                  <a:pt x="1032930" y="0"/>
                </a:lnTo>
                <a:lnTo>
                  <a:pt x="1032930" y="859914"/>
                </a:lnTo>
                <a:lnTo>
                  <a:pt x="0" y="8599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6442" y="3739742"/>
            <a:ext cx="6518588" cy="6497751"/>
            <a:chOff x="0" y="0"/>
            <a:chExt cx="8691450" cy="866366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691450" cy="8663668"/>
              <a:chOff x="0" y="0"/>
              <a:chExt cx="1716830" cy="171134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16830" cy="1711342"/>
              </a:xfrm>
              <a:custGeom>
                <a:avLst/>
                <a:gdLst/>
                <a:ahLst/>
                <a:cxnLst/>
                <a:rect r="r" b="b" t="t" l="l"/>
                <a:pathLst>
                  <a:path h="1711342" w="1716830">
                    <a:moveTo>
                      <a:pt x="0" y="0"/>
                    </a:moveTo>
                    <a:lnTo>
                      <a:pt x="1716830" y="0"/>
                    </a:lnTo>
                    <a:lnTo>
                      <a:pt x="1716830" y="1711342"/>
                    </a:lnTo>
                    <a:lnTo>
                      <a:pt x="0" y="1711342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9525"/>
                <a:ext cx="1716830" cy="17018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4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37194" y="202429"/>
              <a:ext cx="8217061" cy="821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I’m Matteo Galdini, i’m an Aldini student currently attending what i hope will be my last high-school year.</a:t>
              </a:r>
            </a:p>
            <a:p>
              <a:pPr algn="just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 spend my free time playing videogames, watching sports and practising my tennis skills.</a:t>
              </a:r>
            </a:p>
            <a:p>
              <a:pPr algn="just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From this experience I expected to work with python among with developing my working skills.</a:t>
              </a:r>
            </a:p>
            <a:p>
              <a:pPr algn="just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My goal was to be productive for the company, while on the same hand developing soft skills in order to work better in the future.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0"/>
            <a:ext cx="3525599" cy="1405263"/>
            <a:chOff x="0" y="0"/>
            <a:chExt cx="4700799" cy="18736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84771" cy="1873684"/>
            </a:xfrm>
            <a:custGeom>
              <a:avLst/>
              <a:gdLst/>
              <a:ahLst/>
              <a:cxnLst/>
              <a:rect r="r" b="b" t="t" l="l"/>
              <a:pathLst>
                <a:path h="1873684" w="1884771">
                  <a:moveTo>
                    <a:pt x="0" y="0"/>
                  </a:moveTo>
                  <a:lnTo>
                    <a:pt x="1884771" y="0"/>
                  </a:lnTo>
                  <a:lnTo>
                    <a:pt x="1884771" y="1873684"/>
                  </a:lnTo>
                  <a:lnTo>
                    <a:pt x="0" y="187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737463" y="671536"/>
              <a:ext cx="2963336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2"/>
                </a:lnSpc>
              </a:pPr>
              <a:r>
                <a:rPr lang="en-US" sz="214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Matteo Galdini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373668">
            <a:off x="8331876" y="8318071"/>
            <a:ext cx="1442218" cy="1442218"/>
          </a:xfrm>
          <a:custGeom>
            <a:avLst/>
            <a:gdLst/>
            <a:ahLst/>
            <a:cxnLst/>
            <a:rect r="r" b="b" t="t" l="l"/>
            <a:pathLst>
              <a:path h="1442218" w="1442218">
                <a:moveTo>
                  <a:pt x="0" y="0"/>
                </a:moveTo>
                <a:lnTo>
                  <a:pt x="1442218" y="0"/>
                </a:lnTo>
                <a:lnTo>
                  <a:pt x="1442218" y="1442218"/>
                </a:lnTo>
                <a:lnTo>
                  <a:pt x="0" y="14422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289443">
            <a:off x="8563118" y="1453483"/>
            <a:ext cx="1197203" cy="1197203"/>
          </a:xfrm>
          <a:custGeom>
            <a:avLst/>
            <a:gdLst/>
            <a:ahLst/>
            <a:cxnLst/>
            <a:rect r="r" b="b" t="t" l="l"/>
            <a:pathLst>
              <a:path h="1197203" w="1197203">
                <a:moveTo>
                  <a:pt x="0" y="0"/>
                </a:moveTo>
                <a:lnTo>
                  <a:pt x="1197203" y="0"/>
                </a:lnTo>
                <a:lnTo>
                  <a:pt x="1197203" y="1197202"/>
                </a:lnTo>
                <a:lnTo>
                  <a:pt x="0" y="119720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304798" y="6089398"/>
            <a:ext cx="1503742" cy="1503742"/>
          </a:xfrm>
          <a:custGeom>
            <a:avLst/>
            <a:gdLst/>
            <a:ahLst/>
            <a:cxnLst/>
            <a:rect r="r" b="b" t="t" l="l"/>
            <a:pathLst>
              <a:path h="1503742" w="1503742">
                <a:moveTo>
                  <a:pt x="0" y="0"/>
                </a:moveTo>
                <a:lnTo>
                  <a:pt x="1503743" y="0"/>
                </a:lnTo>
                <a:lnTo>
                  <a:pt x="1503743" y="1503743"/>
                </a:lnTo>
                <a:lnTo>
                  <a:pt x="0" y="150374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472264" y="3800027"/>
            <a:ext cx="1343473" cy="1343473"/>
          </a:xfrm>
          <a:custGeom>
            <a:avLst/>
            <a:gdLst/>
            <a:ahLst/>
            <a:cxnLst/>
            <a:rect r="r" b="b" t="t" l="l"/>
            <a:pathLst>
              <a:path h="1343473" w="1343473">
                <a:moveTo>
                  <a:pt x="0" y="0"/>
                </a:moveTo>
                <a:lnTo>
                  <a:pt x="1343472" y="0"/>
                </a:lnTo>
                <a:lnTo>
                  <a:pt x="1343472" y="1343473"/>
                </a:lnTo>
                <a:lnTo>
                  <a:pt x="0" y="134347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274496" y="2704692"/>
            <a:ext cx="5162280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49"/>
              </a:lnSpc>
            </a:pPr>
            <a:r>
              <a:rPr lang="en-US" sz="6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About 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9124" y="2551659"/>
            <a:ext cx="5138014" cy="6947734"/>
            <a:chOff x="0" y="0"/>
            <a:chExt cx="1353222" cy="18298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3222" cy="1829856"/>
            </a:xfrm>
            <a:custGeom>
              <a:avLst/>
              <a:gdLst/>
              <a:ahLst/>
              <a:cxnLst/>
              <a:rect r="r" b="b" t="t" l="l"/>
              <a:pathLst>
                <a:path h="1829856" w="1353222">
                  <a:moveTo>
                    <a:pt x="0" y="0"/>
                  </a:moveTo>
                  <a:lnTo>
                    <a:pt x="1353222" y="0"/>
                  </a:lnTo>
                  <a:lnTo>
                    <a:pt x="1353222" y="1829856"/>
                  </a:lnTo>
                  <a:lnTo>
                    <a:pt x="0" y="182985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353222" cy="1820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4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-187238">
            <a:off x="11893415" y="4195142"/>
            <a:ext cx="4828669" cy="4824148"/>
            <a:chOff x="0" y="0"/>
            <a:chExt cx="3255264" cy="32522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55264" cy="3252216"/>
            </a:xfrm>
            <a:custGeom>
              <a:avLst/>
              <a:gdLst/>
              <a:ahLst/>
              <a:cxnLst/>
              <a:rect r="r" b="b" t="t" l="l"/>
              <a:pathLst>
                <a:path h="3252216" w="3255264">
                  <a:moveTo>
                    <a:pt x="3255264" y="3252216"/>
                  </a:moveTo>
                  <a:lnTo>
                    <a:pt x="0" y="3252216"/>
                  </a:lnTo>
                  <a:lnTo>
                    <a:pt x="0" y="0"/>
                  </a:lnTo>
                  <a:lnTo>
                    <a:pt x="3255264" y="0"/>
                  </a:lnTo>
                  <a:lnTo>
                    <a:pt x="3255264" y="3252216"/>
                  </a:lnTo>
                  <a:close/>
                </a:path>
              </a:pathLst>
            </a:custGeom>
            <a:blipFill>
              <a:blip r:embed="rId3"/>
              <a:stretch>
                <a:fillRect l="-15" t="0" r="-15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8981" y="170596"/>
              <a:ext cx="2903337" cy="2874918"/>
            </a:xfrm>
            <a:custGeom>
              <a:avLst/>
              <a:gdLst/>
              <a:ahLst/>
              <a:cxnLst/>
              <a:rect r="r" b="b" t="t" l="l"/>
              <a:pathLst>
                <a:path h="2874918" w="2903337">
                  <a:moveTo>
                    <a:pt x="65410" y="2"/>
                  </a:moveTo>
                  <a:lnTo>
                    <a:pt x="2878279" y="31831"/>
                  </a:lnTo>
                  <a:cubicBezTo>
                    <a:pt x="2892304" y="31989"/>
                    <a:pt x="2903534" y="43509"/>
                    <a:pt x="2903334" y="57535"/>
                  </a:cubicBezTo>
                  <a:lnTo>
                    <a:pt x="2863557" y="2849935"/>
                  </a:lnTo>
                  <a:cubicBezTo>
                    <a:pt x="2863356" y="2863986"/>
                    <a:pt x="2851762" y="2875193"/>
                    <a:pt x="2837712" y="2874913"/>
                  </a:cubicBezTo>
                  <a:lnTo>
                    <a:pt x="24844" y="2819214"/>
                  </a:lnTo>
                  <a:cubicBezTo>
                    <a:pt x="10903" y="2818938"/>
                    <a:pt x="-197" y="2807452"/>
                    <a:pt x="3" y="2793509"/>
                  </a:cubicBezTo>
                  <a:lnTo>
                    <a:pt x="39780" y="24980"/>
                  </a:lnTo>
                  <a:cubicBezTo>
                    <a:pt x="39982" y="11015"/>
                    <a:pt x="51444" y="-156"/>
                    <a:pt x="65410" y="2"/>
                  </a:cubicBezTo>
                  <a:close/>
                </a:path>
              </a:pathLst>
            </a:custGeom>
            <a:blipFill>
              <a:blip r:embed="rId4"/>
              <a:stretch>
                <a:fillRect l="0" t="-17407" r="0" b="-17407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5865357" y="3769586"/>
            <a:ext cx="1393943" cy="1160457"/>
          </a:xfrm>
          <a:custGeom>
            <a:avLst/>
            <a:gdLst/>
            <a:ahLst/>
            <a:cxnLst/>
            <a:rect r="r" b="b" t="t" l="l"/>
            <a:pathLst>
              <a:path h="1160457" w="1393943">
                <a:moveTo>
                  <a:pt x="0" y="0"/>
                </a:moveTo>
                <a:lnTo>
                  <a:pt x="1393943" y="0"/>
                </a:lnTo>
                <a:lnTo>
                  <a:pt x="1393943" y="1160457"/>
                </a:lnTo>
                <a:lnTo>
                  <a:pt x="0" y="11604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30953" y="-110709"/>
            <a:ext cx="2256694" cy="1477109"/>
          </a:xfrm>
          <a:custGeom>
            <a:avLst/>
            <a:gdLst/>
            <a:ahLst/>
            <a:cxnLst/>
            <a:rect r="r" b="b" t="t" l="l"/>
            <a:pathLst>
              <a:path h="1477109" w="2256694">
                <a:moveTo>
                  <a:pt x="0" y="0"/>
                </a:moveTo>
                <a:lnTo>
                  <a:pt x="2256694" y="0"/>
                </a:lnTo>
                <a:lnTo>
                  <a:pt x="2256694" y="1477109"/>
                </a:lnTo>
                <a:lnTo>
                  <a:pt x="0" y="14771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75229" y="1513538"/>
            <a:ext cx="5884071" cy="2417818"/>
          </a:xfrm>
          <a:custGeom>
            <a:avLst/>
            <a:gdLst/>
            <a:ahLst/>
            <a:cxnLst/>
            <a:rect r="r" b="b" t="t" l="l"/>
            <a:pathLst>
              <a:path h="2417818" w="5884071">
                <a:moveTo>
                  <a:pt x="0" y="0"/>
                </a:moveTo>
                <a:lnTo>
                  <a:pt x="5884071" y="0"/>
                </a:lnTo>
                <a:lnTo>
                  <a:pt x="5884071" y="2417818"/>
                </a:lnTo>
                <a:lnTo>
                  <a:pt x="0" y="24178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87962" y="1768085"/>
            <a:ext cx="2549676" cy="1567147"/>
          </a:xfrm>
          <a:custGeom>
            <a:avLst/>
            <a:gdLst/>
            <a:ahLst/>
            <a:cxnLst/>
            <a:rect r="r" b="b" t="t" l="l"/>
            <a:pathLst>
              <a:path h="1567147" w="2549676">
                <a:moveTo>
                  <a:pt x="0" y="0"/>
                </a:moveTo>
                <a:lnTo>
                  <a:pt x="2549676" y="0"/>
                </a:lnTo>
                <a:lnTo>
                  <a:pt x="2549676" y="1567147"/>
                </a:lnTo>
                <a:lnTo>
                  <a:pt x="0" y="15671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-62695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874375" y="3071901"/>
            <a:ext cx="4322237" cy="5882869"/>
            <a:chOff x="0" y="0"/>
            <a:chExt cx="5762983" cy="784382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9525"/>
              <a:ext cx="5762983" cy="587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49"/>
                </a:lnSpc>
              </a:pPr>
              <a:r>
                <a:rPr lang="en-US" sz="29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INGV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781" y="902640"/>
              <a:ext cx="5760202" cy="6941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Where?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Viale Carlo Berti Pichat, 6/2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When?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from 24/11 to 19/12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What?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Environment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Who?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Alessandra Borghi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Why?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Close to my house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84053" y="6607216"/>
            <a:ext cx="3627729" cy="1959650"/>
            <a:chOff x="0" y="0"/>
            <a:chExt cx="4836971" cy="26128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555586" y="0"/>
              <a:ext cx="1717439" cy="1859432"/>
            </a:xfrm>
            <a:custGeom>
              <a:avLst/>
              <a:gdLst/>
              <a:ahLst/>
              <a:cxnLst/>
              <a:rect r="r" b="b" t="t" l="l"/>
              <a:pathLst>
                <a:path h="1859432" w="1717439">
                  <a:moveTo>
                    <a:pt x="0" y="0"/>
                  </a:moveTo>
                  <a:lnTo>
                    <a:pt x="1717439" y="0"/>
                  </a:lnTo>
                  <a:lnTo>
                    <a:pt x="1717439" y="1859432"/>
                  </a:lnTo>
                  <a:lnTo>
                    <a:pt x="0" y="1859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025492"/>
              <a:ext cx="4836971" cy="587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49"/>
                </a:lnSpc>
              </a:pPr>
              <a:r>
                <a:rPr lang="en-US" sz="29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951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811782" y="4067285"/>
            <a:ext cx="1265747" cy="1265747"/>
          </a:xfrm>
          <a:custGeom>
            <a:avLst/>
            <a:gdLst/>
            <a:ahLst/>
            <a:cxnLst/>
            <a:rect r="r" b="b" t="t" l="l"/>
            <a:pathLst>
              <a:path h="1265747" w="1265747">
                <a:moveTo>
                  <a:pt x="0" y="0"/>
                </a:moveTo>
                <a:lnTo>
                  <a:pt x="1265747" y="0"/>
                </a:lnTo>
                <a:lnTo>
                  <a:pt x="1265747" y="1265748"/>
                </a:lnTo>
                <a:lnTo>
                  <a:pt x="0" y="126574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054246">
            <a:off x="8836397" y="4675163"/>
            <a:ext cx="1315739" cy="1315739"/>
          </a:xfrm>
          <a:custGeom>
            <a:avLst/>
            <a:gdLst/>
            <a:ahLst/>
            <a:cxnLst/>
            <a:rect r="r" b="b" t="t" l="l"/>
            <a:pathLst>
              <a:path h="1315739" w="1315739">
                <a:moveTo>
                  <a:pt x="0" y="0"/>
                </a:moveTo>
                <a:lnTo>
                  <a:pt x="1315739" y="0"/>
                </a:lnTo>
                <a:lnTo>
                  <a:pt x="1315739" y="1315739"/>
                </a:lnTo>
                <a:lnTo>
                  <a:pt x="0" y="1315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52152" y="8919164"/>
            <a:ext cx="1393943" cy="1160457"/>
          </a:xfrm>
          <a:custGeom>
            <a:avLst/>
            <a:gdLst/>
            <a:ahLst/>
            <a:cxnLst/>
            <a:rect r="r" b="b" t="t" l="l"/>
            <a:pathLst>
              <a:path h="1160457" w="1393943">
                <a:moveTo>
                  <a:pt x="0" y="0"/>
                </a:moveTo>
                <a:lnTo>
                  <a:pt x="1393943" y="0"/>
                </a:lnTo>
                <a:lnTo>
                  <a:pt x="1393943" y="1160457"/>
                </a:lnTo>
                <a:lnTo>
                  <a:pt x="0" y="11604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0" y="0"/>
            <a:ext cx="3525599" cy="1405263"/>
            <a:chOff x="0" y="0"/>
            <a:chExt cx="4700799" cy="18736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84771" cy="1873684"/>
            </a:xfrm>
            <a:custGeom>
              <a:avLst/>
              <a:gdLst/>
              <a:ahLst/>
              <a:cxnLst/>
              <a:rect r="r" b="b" t="t" l="l"/>
              <a:pathLst>
                <a:path h="1873684" w="1884771">
                  <a:moveTo>
                    <a:pt x="0" y="0"/>
                  </a:moveTo>
                  <a:lnTo>
                    <a:pt x="1884771" y="0"/>
                  </a:lnTo>
                  <a:lnTo>
                    <a:pt x="1884771" y="1873684"/>
                  </a:lnTo>
                  <a:lnTo>
                    <a:pt x="0" y="187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737463" y="671536"/>
              <a:ext cx="2963336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2"/>
                </a:lnSpc>
              </a:pPr>
              <a:r>
                <a:rPr lang="en-US" sz="214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Matteo Galdini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736124" y="850798"/>
            <a:ext cx="516228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Host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39989" y="1962527"/>
            <a:ext cx="516228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F7A012"/>
                </a:solidFill>
                <a:latin typeface="Inter Bold"/>
                <a:ea typeface="Inter Bold"/>
                <a:cs typeface="Inter Bold"/>
                <a:sym typeface="Inter Bold"/>
              </a:rPr>
              <a:t>Overview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786722" y="2722447"/>
            <a:ext cx="2315868" cy="1916006"/>
            <a:chOff x="0" y="0"/>
            <a:chExt cx="3087824" cy="255467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539990"/>
              <a:ext cx="1089992" cy="1014684"/>
            </a:xfrm>
            <a:custGeom>
              <a:avLst/>
              <a:gdLst/>
              <a:ahLst/>
              <a:cxnLst/>
              <a:rect r="r" b="b" t="t" l="l"/>
              <a:pathLst>
                <a:path h="1014684" w="1089992">
                  <a:moveTo>
                    <a:pt x="0" y="0"/>
                  </a:moveTo>
                  <a:lnTo>
                    <a:pt x="1089992" y="0"/>
                  </a:lnTo>
                  <a:lnTo>
                    <a:pt x="1089992" y="1014684"/>
                  </a:lnTo>
                  <a:lnTo>
                    <a:pt x="0" y="101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210695" y="0"/>
              <a:ext cx="877130" cy="877130"/>
            </a:xfrm>
            <a:custGeom>
              <a:avLst/>
              <a:gdLst/>
              <a:ahLst/>
              <a:cxnLst/>
              <a:rect r="r" b="b" t="t" l="l"/>
              <a:pathLst>
                <a:path h="877130" w="877130">
                  <a:moveTo>
                    <a:pt x="0" y="0"/>
                  </a:moveTo>
                  <a:lnTo>
                    <a:pt x="877129" y="0"/>
                  </a:lnTo>
                  <a:lnTo>
                    <a:pt x="877129" y="877130"/>
                  </a:lnTo>
                  <a:lnTo>
                    <a:pt x="0" y="877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  <p:sp>
          <p:nvSpPr>
            <p:cNvPr name="AutoShape 30" id="30"/>
            <p:cNvSpPr/>
            <p:nvPr/>
          </p:nvSpPr>
          <p:spPr>
            <a:xfrm flipV="true">
              <a:off x="747550" y="775617"/>
              <a:ext cx="1656795" cy="129711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ysDash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30953" y="-110709"/>
            <a:ext cx="2256694" cy="1477109"/>
          </a:xfrm>
          <a:custGeom>
            <a:avLst/>
            <a:gdLst/>
            <a:ahLst/>
            <a:cxnLst/>
            <a:rect r="r" b="b" t="t" l="l"/>
            <a:pathLst>
              <a:path h="1477109" w="2256694">
                <a:moveTo>
                  <a:pt x="0" y="0"/>
                </a:moveTo>
                <a:lnTo>
                  <a:pt x="2256694" y="0"/>
                </a:lnTo>
                <a:lnTo>
                  <a:pt x="2256694" y="1477109"/>
                </a:lnTo>
                <a:lnTo>
                  <a:pt x="0" y="1477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41878" y="2442290"/>
            <a:ext cx="5884071" cy="2417818"/>
          </a:xfrm>
          <a:custGeom>
            <a:avLst/>
            <a:gdLst/>
            <a:ahLst/>
            <a:cxnLst/>
            <a:rect r="r" b="b" t="t" l="l"/>
            <a:pathLst>
              <a:path h="2417818" w="5884071">
                <a:moveTo>
                  <a:pt x="0" y="0"/>
                </a:moveTo>
                <a:lnTo>
                  <a:pt x="5884071" y="0"/>
                </a:lnTo>
                <a:lnTo>
                  <a:pt x="5884071" y="2417818"/>
                </a:lnTo>
                <a:lnTo>
                  <a:pt x="0" y="24178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-171621">
            <a:off x="11936651" y="1307059"/>
            <a:ext cx="5397357" cy="4288369"/>
            <a:chOff x="0" y="0"/>
            <a:chExt cx="3901440" cy="3099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7"/>
              <a:stretch>
                <a:fillRect l="-14363" t="0" r="-14363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8"/>
              <a:stretch>
                <a:fillRect l="0" t="-29" r="0" b="-29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172166">
            <a:off x="8068880" y="1850471"/>
            <a:ext cx="4055757" cy="3222426"/>
            <a:chOff x="0" y="0"/>
            <a:chExt cx="3901440" cy="30998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9"/>
              <a:stretch>
                <a:fillRect l="-2760" t="0" r="-276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8"/>
              <a:stretch>
                <a:fillRect l="0" t="-29" r="0" b="-29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474300" y="1582376"/>
            <a:ext cx="1032930" cy="859914"/>
          </a:xfrm>
          <a:custGeom>
            <a:avLst/>
            <a:gdLst/>
            <a:ahLst/>
            <a:cxnLst/>
            <a:rect r="r" b="b" t="t" l="l"/>
            <a:pathLst>
              <a:path h="859914" w="1032930">
                <a:moveTo>
                  <a:pt x="0" y="0"/>
                </a:moveTo>
                <a:lnTo>
                  <a:pt x="1032930" y="0"/>
                </a:lnTo>
                <a:lnTo>
                  <a:pt x="1032930" y="859914"/>
                </a:lnTo>
                <a:lnTo>
                  <a:pt x="0" y="8599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95854" y="5515293"/>
            <a:ext cx="10937160" cy="4406990"/>
            <a:chOff x="0" y="0"/>
            <a:chExt cx="14582880" cy="58759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035070" y="2221973"/>
              <a:ext cx="1886950" cy="1725702"/>
            </a:xfrm>
            <a:custGeom>
              <a:avLst/>
              <a:gdLst/>
              <a:ahLst/>
              <a:cxnLst/>
              <a:rect r="r" b="b" t="t" l="l"/>
              <a:pathLst>
                <a:path h="1725702" w="1886950">
                  <a:moveTo>
                    <a:pt x="0" y="0"/>
                  </a:moveTo>
                  <a:lnTo>
                    <a:pt x="1886950" y="0"/>
                  </a:lnTo>
                  <a:lnTo>
                    <a:pt x="1886950" y="1725701"/>
                  </a:lnTo>
                  <a:lnTo>
                    <a:pt x="0" y="1725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35070" cy="2234930"/>
            </a:xfrm>
            <a:custGeom>
              <a:avLst/>
              <a:gdLst/>
              <a:ahLst/>
              <a:cxnLst/>
              <a:rect r="r" b="b" t="t" l="l"/>
              <a:pathLst>
                <a:path h="2234930" w="6035070">
                  <a:moveTo>
                    <a:pt x="0" y="0"/>
                  </a:moveTo>
                  <a:lnTo>
                    <a:pt x="6035070" y="0"/>
                  </a:lnTo>
                  <a:lnTo>
                    <a:pt x="6035070" y="2234930"/>
                  </a:lnTo>
                  <a:lnTo>
                    <a:pt x="0" y="2234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9080" t="0" r="-111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2774853"/>
              <a:ext cx="6035070" cy="629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3"/>
                </a:lnSpc>
              </a:pPr>
              <a:r>
                <a:rPr lang="en-US" sz="3211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Learning &amp; reporting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877394"/>
              <a:ext cx="6035070" cy="1318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6"/>
                </a:lnSpc>
              </a:pPr>
              <a:r>
                <a:rPr lang="en-US" sz="28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We learned how to use the software Qgis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8547809" y="2774853"/>
              <a:ext cx="6035070" cy="629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3"/>
                </a:lnSpc>
              </a:pPr>
              <a:r>
                <a:rPr lang="en-US" sz="3211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Coding &amp; debugging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8547809" y="3877394"/>
              <a:ext cx="6035070" cy="1998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6"/>
                </a:lnSpc>
              </a:pPr>
              <a:r>
                <a:rPr lang="en-US" sz="28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We used the QGIS python console in order to make a functional code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8547809" y="277010"/>
              <a:ext cx="6035070" cy="1958093"/>
            </a:xfrm>
            <a:custGeom>
              <a:avLst/>
              <a:gdLst/>
              <a:ahLst/>
              <a:cxnLst/>
              <a:rect r="r" b="b" t="t" l="l"/>
              <a:pathLst>
                <a:path h="1958093" w="6035070">
                  <a:moveTo>
                    <a:pt x="0" y="0"/>
                  </a:moveTo>
                  <a:lnTo>
                    <a:pt x="6035071" y="0"/>
                  </a:lnTo>
                  <a:lnTo>
                    <a:pt x="6035071" y="1958093"/>
                  </a:lnTo>
                  <a:lnTo>
                    <a:pt x="0" y="195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983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0"/>
            <a:ext cx="3525599" cy="1405263"/>
            <a:chOff x="0" y="0"/>
            <a:chExt cx="4700799" cy="1873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84771" cy="1873684"/>
            </a:xfrm>
            <a:custGeom>
              <a:avLst/>
              <a:gdLst/>
              <a:ahLst/>
              <a:cxnLst/>
              <a:rect r="r" b="b" t="t" l="l"/>
              <a:pathLst>
                <a:path h="1873684" w="1884771">
                  <a:moveTo>
                    <a:pt x="0" y="0"/>
                  </a:moveTo>
                  <a:lnTo>
                    <a:pt x="1884771" y="0"/>
                  </a:lnTo>
                  <a:lnTo>
                    <a:pt x="1884771" y="1873684"/>
                  </a:lnTo>
                  <a:lnTo>
                    <a:pt x="0" y="187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737463" y="671536"/>
              <a:ext cx="2963336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2"/>
                </a:lnSpc>
              </a:pPr>
              <a:r>
                <a:rPr lang="en-US" sz="214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Matteo Galdini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23787" y="7181772"/>
            <a:ext cx="6541945" cy="2740511"/>
            <a:chOff x="0" y="0"/>
            <a:chExt cx="8722594" cy="36540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86950" cy="1725702"/>
            </a:xfrm>
            <a:custGeom>
              <a:avLst/>
              <a:gdLst/>
              <a:ahLst/>
              <a:cxnLst/>
              <a:rect r="r" b="b" t="t" l="l"/>
              <a:pathLst>
                <a:path h="1725702" w="1886950">
                  <a:moveTo>
                    <a:pt x="0" y="0"/>
                  </a:moveTo>
                  <a:lnTo>
                    <a:pt x="1886950" y="0"/>
                  </a:lnTo>
                  <a:lnTo>
                    <a:pt x="1886950" y="1725702"/>
                  </a:lnTo>
                  <a:lnTo>
                    <a:pt x="0" y="1725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337955" y="552881"/>
              <a:ext cx="6384639" cy="629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3"/>
                </a:lnSpc>
              </a:pPr>
              <a:r>
                <a:rPr lang="en-US" sz="3211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GNSS Interactive Plugin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512739" y="1655422"/>
              <a:ext cx="6035070" cy="1998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6"/>
                </a:lnSpc>
              </a:pPr>
              <a:r>
                <a:rPr lang="en-US" sz="28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We transformed our work into a useful QGIS type plugin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3412101" y="5195350"/>
            <a:ext cx="4484201" cy="1986422"/>
          </a:xfrm>
          <a:custGeom>
            <a:avLst/>
            <a:gdLst/>
            <a:ahLst/>
            <a:cxnLst/>
            <a:rect r="r" b="b" t="t" l="l"/>
            <a:pathLst>
              <a:path h="1986422" w="4484201">
                <a:moveTo>
                  <a:pt x="0" y="0"/>
                </a:moveTo>
                <a:lnTo>
                  <a:pt x="4484201" y="0"/>
                </a:lnTo>
                <a:lnTo>
                  <a:pt x="4484201" y="1986422"/>
                </a:lnTo>
                <a:lnTo>
                  <a:pt x="0" y="19864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48513" t="-50499" r="-4127" b="-79218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297644" y="1770026"/>
            <a:ext cx="516228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5"/>
              </a:lnSpc>
            </a:pPr>
            <a:r>
              <a:rPr lang="en-US" sz="6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708279" y="3207969"/>
            <a:ext cx="516228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5"/>
              </a:lnSpc>
            </a:pPr>
            <a:r>
              <a:rPr lang="en-US" sz="6100" b="true">
                <a:solidFill>
                  <a:srgbClr val="F7A012"/>
                </a:solidFill>
                <a:latin typeface="Inter Bold"/>
                <a:ea typeface="Inter Bold"/>
                <a:cs typeface="Inter Bold"/>
                <a:sym typeface="Inter Bold"/>
              </a:rPr>
              <a:t>Role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30953" y="-110709"/>
            <a:ext cx="2256694" cy="1477109"/>
          </a:xfrm>
          <a:custGeom>
            <a:avLst/>
            <a:gdLst/>
            <a:ahLst/>
            <a:cxnLst/>
            <a:rect r="r" b="b" t="t" l="l"/>
            <a:pathLst>
              <a:path h="1477109" w="2256694">
                <a:moveTo>
                  <a:pt x="0" y="0"/>
                </a:moveTo>
                <a:lnTo>
                  <a:pt x="2256694" y="0"/>
                </a:lnTo>
                <a:lnTo>
                  <a:pt x="2256694" y="1477109"/>
                </a:lnTo>
                <a:lnTo>
                  <a:pt x="0" y="1477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287375">
            <a:off x="4086326" y="1031092"/>
            <a:ext cx="1032930" cy="859914"/>
          </a:xfrm>
          <a:custGeom>
            <a:avLst/>
            <a:gdLst/>
            <a:ahLst/>
            <a:cxnLst/>
            <a:rect r="r" b="b" t="t" l="l"/>
            <a:pathLst>
              <a:path h="859914" w="1032930">
                <a:moveTo>
                  <a:pt x="0" y="0"/>
                </a:moveTo>
                <a:lnTo>
                  <a:pt x="1032930" y="0"/>
                </a:lnTo>
                <a:lnTo>
                  <a:pt x="1032930" y="859914"/>
                </a:lnTo>
                <a:lnTo>
                  <a:pt x="0" y="859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4602791" y="1294554"/>
            <a:ext cx="4008560" cy="1647154"/>
          </a:xfrm>
          <a:custGeom>
            <a:avLst/>
            <a:gdLst/>
            <a:ahLst/>
            <a:cxnLst/>
            <a:rect r="r" b="b" t="t" l="l"/>
            <a:pathLst>
              <a:path h="1647154" w="4008560">
                <a:moveTo>
                  <a:pt x="4008560" y="0"/>
                </a:moveTo>
                <a:lnTo>
                  <a:pt x="0" y="0"/>
                </a:lnTo>
                <a:lnTo>
                  <a:pt x="0" y="1647154"/>
                </a:lnTo>
                <a:lnTo>
                  <a:pt x="4008560" y="1647154"/>
                </a:lnTo>
                <a:lnTo>
                  <a:pt x="400856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55351" y="1475376"/>
            <a:ext cx="4240347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Week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92571" y="1475376"/>
            <a:ext cx="5566332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F7A012"/>
                </a:solidFill>
                <a:latin typeface="Inter Bold"/>
                <a:ea typeface="Inter Bold"/>
                <a:cs typeface="Inter Bold"/>
                <a:sym typeface="Inter Bold"/>
              </a:rPr>
              <a:t>Breakdown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5400000">
            <a:off x="13879218" y="1995286"/>
            <a:ext cx="1032930" cy="859914"/>
          </a:xfrm>
          <a:custGeom>
            <a:avLst/>
            <a:gdLst/>
            <a:ahLst/>
            <a:cxnLst/>
            <a:rect r="r" b="b" t="t" l="l"/>
            <a:pathLst>
              <a:path h="859914" w="1032930">
                <a:moveTo>
                  <a:pt x="0" y="0"/>
                </a:moveTo>
                <a:lnTo>
                  <a:pt x="1032930" y="0"/>
                </a:lnTo>
                <a:lnTo>
                  <a:pt x="1032930" y="859914"/>
                </a:lnTo>
                <a:lnTo>
                  <a:pt x="0" y="859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651750">
            <a:off x="729870" y="8828343"/>
            <a:ext cx="1032930" cy="859914"/>
          </a:xfrm>
          <a:custGeom>
            <a:avLst/>
            <a:gdLst/>
            <a:ahLst/>
            <a:cxnLst/>
            <a:rect r="r" b="b" t="t" l="l"/>
            <a:pathLst>
              <a:path h="859914" w="1032930">
                <a:moveTo>
                  <a:pt x="0" y="0"/>
                </a:moveTo>
                <a:lnTo>
                  <a:pt x="1032930" y="0"/>
                </a:lnTo>
                <a:lnTo>
                  <a:pt x="1032930" y="859914"/>
                </a:lnTo>
                <a:lnTo>
                  <a:pt x="0" y="859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42019" y="3359986"/>
            <a:ext cx="4108319" cy="4904524"/>
            <a:chOff x="0" y="0"/>
            <a:chExt cx="5477758" cy="653936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477758" cy="6539365"/>
              <a:chOff x="0" y="0"/>
              <a:chExt cx="1046900" cy="124979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46900" cy="1249793"/>
              </a:xfrm>
              <a:custGeom>
                <a:avLst/>
                <a:gdLst/>
                <a:ahLst/>
                <a:cxnLst/>
                <a:rect r="r" b="b" t="t" l="l"/>
                <a:pathLst>
                  <a:path h="1249793" w="1046900">
                    <a:moveTo>
                      <a:pt x="0" y="0"/>
                    </a:moveTo>
                    <a:lnTo>
                      <a:pt x="1046900" y="0"/>
                    </a:lnTo>
                    <a:lnTo>
                      <a:pt x="1046900" y="1249793"/>
                    </a:lnTo>
                    <a:lnTo>
                      <a:pt x="0" y="1249793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9525"/>
                <a:ext cx="1046900" cy="1240268"/>
              </a:xfrm>
              <a:prstGeom prst="rect">
                <a:avLst/>
              </a:prstGeom>
            </p:spPr>
            <p:txBody>
              <a:bodyPr anchor="ctr" rtlCol="false" tIns="52504" lIns="52504" bIns="52504" rIns="52504"/>
              <a:lstStyle/>
              <a:p>
                <a:pPr algn="ctr">
                  <a:lnSpc>
                    <a:spcPts val="2874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304084" y="1285860"/>
              <a:ext cx="4886928" cy="2522493"/>
              <a:chOff x="0" y="0"/>
              <a:chExt cx="549401" cy="28358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49401" cy="283585"/>
              </a:xfrm>
              <a:custGeom>
                <a:avLst/>
                <a:gdLst/>
                <a:ahLst/>
                <a:cxnLst/>
                <a:rect r="r" b="b" t="t" l="l"/>
                <a:pathLst>
                  <a:path h="283585" w="549401">
                    <a:moveTo>
                      <a:pt x="0" y="0"/>
                    </a:moveTo>
                    <a:lnTo>
                      <a:pt x="549401" y="0"/>
                    </a:lnTo>
                    <a:lnTo>
                      <a:pt x="549401" y="283585"/>
                    </a:lnTo>
                    <a:lnTo>
                      <a:pt x="0" y="283585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14538" t="-60949" r="-19986" b="-186966"/>
                </a:stretch>
              </a:blip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304084" y="4036953"/>
              <a:ext cx="4886928" cy="807695"/>
              <a:chOff x="0" y="0"/>
              <a:chExt cx="933982" cy="15436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33982" cy="154365"/>
              </a:xfrm>
              <a:custGeom>
                <a:avLst/>
                <a:gdLst/>
                <a:ahLst/>
                <a:cxnLst/>
                <a:rect r="r" b="b" t="t" l="l"/>
                <a:pathLst>
                  <a:path h="154365" w="933982">
                    <a:moveTo>
                      <a:pt x="77183" y="0"/>
                    </a:moveTo>
                    <a:lnTo>
                      <a:pt x="856799" y="0"/>
                    </a:lnTo>
                    <a:cubicBezTo>
                      <a:pt x="877269" y="0"/>
                      <a:pt x="896901" y="8132"/>
                      <a:pt x="911375" y="22606"/>
                    </a:cubicBezTo>
                    <a:cubicBezTo>
                      <a:pt x="925850" y="37081"/>
                      <a:pt x="933982" y="56713"/>
                      <a:pt x="933982" y="77183"/>
                    </a:cubicBezTo>
                    <a:lnTo>
                      <a:pt x="933982" y="77183"/>
                    </a:lnTo>
                    <a:cubicBezTo>
                      <a:pt x="933982" y="97653"/>
                      <a:pt x="925850" y="117284"/>
                      <a:pt x="911375" y="131759"/>
                    </a:cubicBezTo>
                    <a:cubicBezTo>
                      <a:pt x="896901" y="146234"/>
                      <a:pt x="877269" y="154365"/>
                      <a:pt x="856799" y="154365"/>
                    </a:cubicBezTo>
                    <a:lnTo>
                      <a:pt x="77183" y="154365"/>
                    </a:lnTo>
                    <a:cubicBezTo>
                      <a:pt x="56713" y="154365"/>
                      <a:pt x="37081" y="146234"/>
                      <a:pt x="22606" y="131759"/>
                    </a:cubicBezTo>
                    <a:cubicBezTo>
                      <a:pt x="8132" y="117284"/>
                      <a:pt x="0" y="97653"/>
                      <a:pt x="0" y="77183"/>
                    </a:cubicBezTo>
                    <a:lnTo>
                      <a:pt x="0" y="77183"/>
                    </a:lnTo>
                    <a:cubicBezTo>
                      <a:pt x="0" y="56713"/>
                      <a:pt x="8132" y="37081"/>
                      <a:pt x="22606" y="22606"/>
                    </a:cubicBezTo>
                    <a:cubicBezTo>
                      <a:pt x="37081" y="8132"/>
                      <a:pt x="56713" y="0"/>
                      <a:pt x="77183" y="0"/>
                    </a:cubicBezTo>
                    <a:close/>
                  </a:path>
                </a:pathLst>
              </a:custGeom>
              <a:solidFill>
                <a:srgbClr val="F7A01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9525"/>
                <a:ext cx="933982" cy="144840"/>
              </a:xfrm>
              <a:prstGeom prst="rect">
                <a:avLst/>
              </a:prstGeom>
            </p:spPr>
            <p:txBody>
              <a:bodyPr anchor="ctr" rtlCol="false" tIns="52504" lIns="52504" bIns="52504" rIns="52504"/>
              <a:lstStyle/>
              <a:p>
                <a:pPr algn="ctr">
                  <a:lnSpc>
                    <a:spcPts val="2874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95415" y="4109299"/>
              <a:ext cx="4886928" cy="663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3"/>
                </a:lnSpc>
              </a:pPr>
              <a:r>
                <a:rPr lang="en-US" sz="3307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24/11 → 29/11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27511" y="304954"/>
              <a:ext cx="4863502" cy="757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83"/>
                </a:lnSpc>
              </a:pPr>
              <a:r>
                <a:rPr lang="en-US" sz="381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Week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94988" y="5083942"/>
              <a:ext cx="4107568" cy="1275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6"/>
                </a:lnSpc>
              </a:pPr>
              <a:r>
                <a:rPr lang="en-US" sz="27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Orientation and theorical skills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621266" y="3359986"/>
            <a:ext cx="4224716" cy="4904524"/>
            <a:chOff x="0" y="0"/>
            <a:chExt cx="5632954" cy="653936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632954" cy="6539365"/>
              <a:chOff x="0" y="0"/>
              <a:chExt cx="1046900" cy="121535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46900" cy="1215359"/>
              </a:xfrm>
              <a:custGeom>
                <a:avLst/>
                <a:gdLst/>
                <a:ahLst/>
                <a:cxnLst/>
                <a:rect r="r" b="b" t="t" l="l"/>
                <a:pathLst>
                  <a:path h="1215359" w="1046900">
                    <a:moveTo>
                      <a:pt x="0" y="0"/>
                    </a:moveTo>
                    <a:lnTo>
                      <a:pt x="1046900" y="0"/>
                    </a:lnTo>
                    <a:lnTo>
                      <a:pt x="1046900" y="1215359"/>
                    </a:lnTo>
                    <a:lnTo>
                      <a:pt x="0" y="121535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9525"/>
                <a:ext cx="1046900" cy="1205834"/>
              </a:xfrm>
              <a:prstGeom prst="rect">
                <a:avLst/>
              </a:prstGeom>
            </p:spPr>
            <p:txBody>
              <a:bodyPr anchor="ctr" rtlCol="false" tIns="52504" lIns="52504" bIns="52504" rIns="52504"/>
              <a:lstStyle/>
              <a:p>
                <a:pPr algn="ctr">
                  <a:lnSpc>
                    <a:spcPts val="2875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12700" y="1322291"/>
              <a:ext cx="5025385" cy="2593960"/>
              <a:chOff x="0" y="0"/>
              <a:chExt cx="549401" cy="28358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49401" cy="283585"/>
              </a:xfrm>
              <a:custGeom>
                <a:avLst/>
                <a:gdLst/>
                <a:ahLst/>
                <a:cxnLst/>
                <a:rect r="r" b="b" t="t" l="l"/>
                <a:pathLst>
                  <a:path h="283585" w="549401">
                    <a:moveTo>
                      <a:pt x="0" y="0"/>
                    </a:moveTo>
                    <a:lnTo>
                      <a:pt x="549401" y="0"/>
                    </a:lnTo>
                    <a:lnTo>
                      <a:pt x="549401" y="283585"/>
                    </a:lnTo>
                    <a:lnTo>
                      <a:pt x="0" y="283585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-79312" r="0" b="-79312"/>
                </a:stretch>
              </a:blip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312700" y="4151328"/>
              <a:ext cx="5025385" cy="830578"/>
              <a:chOff x="0" y="0"/>
              <a:chExt cx="933982" cy="15436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33982" cy="154365"/>
              </a:xfrm>
              <a:custGeom>
                <a:avLst/>
                <a:gdLst/>
                <a:ahLst/>
                <a:cxnLst/>
                <a:rect r="r" b="b" t="t" l="l"/>
                <a:pathLst>
                  <a:path h="154365" w="933982">
                    <a:moveTo>
                      <a:pt x="77183" y="0"/>
                    </a:moveTo>
                    <a:lnTo>
                      <a:pt x="856799" y="0"/>
                    </a:lnTo>
                    <a:cubicBezTo>
                      <a:pt x="877269" y="0"/>
                      <a:pt x="896901" y="8132"/>
                      <a:pt x="911375" y="22606"/>
                    </a:cubicBezTo>
                    <a:cubicBezTo>
                      <a:pt x="925850" y="37081"/>
                      <a:pt x="933982" y="56713"/>
                      <a:pt x="933982" y="77183"/>
                    </a:cubicBezTo>
                    <a:lnTo>
                      <a:pt x="933982" y="77183"/>
                    </a:lnTo>
                    <a:cubicBezTo>
                      <a:pt x="933982" y="97653"/>
                      <a:pt x="925850" y="117284"/>
                      <a:pt x="911375" y="131759"/>
                    </a:cubicBezTo>
                    <a:cubicBezTo>
                      <a:pt x="896901" y="146234"/>
                      <a:pt x="877269" y="154365"/>
                      <a:pt x="856799" y="154365"/>
                    </a:cubicBezTo>
                    <a:lnTo>
                      <a:pt x="77183" y="154365"/>
                    </a:lnTo>
                    <a:cubicBezTo>
                      <a:pt x="56713" y="154365"/>
                      <a:pt x="37081" y="146234"/>
                      <a:pt x="22606" y="131759"/>
                    </a:cubicBezTo>
                    <a:cubicBezTo>
                      <a:pt x="8132" y="117284"/>
                      <a:pt x="0" y="97653"/>
                      <a:pt x="0" y="77183"/>
                    </a:cubicBezTo>
                    <a:lnTo>
                      <a:pt x="0" y="77183"/>
                    </a:lnTo>
                    <a:cubicBezTo>
                      <a:pt x="0" y="56713"/>
                      <a:pt x="8132" y="37081"/>
                      <a:pt x="22606" y="22606"/>
                    </a:cubicBezTo>
                    <a:cubicBezTo>
                      <a:pt x="37081" y="8132"/>
                      <a:pt x="56713" y="0"/>
                      <a:pt x="77183" y="0"/>
                    </a:cubicBezTo>
                    <a:close/>
                  </a:path>
                </a:pathLst>
              </a:custGeom>
              <a:solidFill>
                <a:srgbClr val="F7A012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9525"/>
                <a:ext cx="933982" cy="144840"/>
              </a:xfrm>
              <a:prstGeom prst="rect">
                <a:avLst/>
              </a:prstGeom>
            </p:spPr>
            <p:txBody>
              <a:bodyPr anchor="ctr" rtlCol="false" tIns="52504" lIns="52504" bIns="52504" rIns="52504"/>
              <a:lstStyle/>
              <a:p>
                <a:pPr algn="ctr">
                  <a:lnSpc>
                    <a:spcPts val="2875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03785" y="4225724"/>
              <a:ext cx="5025385" cy="6817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1"/>
                </a:lnSpc>
              </a:pPr>
              <a:r>
                <a:rPr lang="en-US" sz="3401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15/12 → 19/12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36790" y="313324"/>
              <a:ext cx="5001295" cy="779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508"/>
                </a:lnSpc>
              </a:pPr>
              <a:r>
                <a:rPr lang="en-US" sz="3920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Week 4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03785" y="5159833"/>
              <a:ext cx="4992380" cy="1309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17"/>
                </a:lnSpc>
              </a:pPr>
              <a:r>
                <a:rPr lang="en-US" sz="286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Last updates, work trip and plugin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305494" y="3359986"/>
            <a:ext cx="4108319" cy="4904524"/>
            <a:chOff x="0" y="0"/>
            <a:chExt cx="5477758" cy="6539365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5477758" cy="6539365"/>
              <a:chOff x="0" y="0"/>
              <a:chExt cx="1046900" cy="124979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46900" cy="1249793"/>
              </a:xfrm>
              <a:custGeom>
                <a:avLst/>
                <a:gdLst/>
                <a:ahLst/>
                <a:cxnLst/>
                <a:rect r="r" b="b" t="t" l="l"/>
                <a:pathLst>
                  <a:path h="1249793" w="1046900">
                    <a:moveTo>
                      <a:pt x="0" y="0"/>
                    </a:moveTo>
                    <a:lnTo>
                      <a:pt x="1046900" y="0"/>
                    </a:lnTo>
                    <a:lnTo>
                      <a:pt x="1046900" y="1249793"/>
                    </a:lnTo>
                    <a:lnTo>
                      <a:pt x="0" y="1249793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9525"/>
                <a:ext cx="1046900" cy="1240268"/>
              </a:xfrm>
              <a:prstGeom prst="rect">
                <a:avLst/>
              </a:prstGeom>
            </p:spPr>
            <p:txBody>
              <a:bodyPr anchor="ctr" rtlCol="false" tIns="52504" lIns="52504" bIns="52504" rIns="52504"/>
              <a:lstStyle/>
              <a:p>
                <a:pPr algn="ctr">
                  <a:lnSpc>
                    <a:spcPts val="2874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304084" y="1285860"/>
              <a:ext cx="4886928" cy="2522493"/>
              <a:chOff x="0" y="0"/>
              <a:chExt cx="549401" cy="283585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49401" cy="283585"/>
              </a:xfrm>
              <a:custGeom>
                <a:avLst/>
                <a:gdLst/>
                <a:ahLst/>
                <a:cxnLst/>
                <a:rect r="r" b="b" t="t" l="l"/>
                <a:pathLst>
                  <a:path h="283585" w="549401">
                    <a:moveTo>
                      <a:pt x="0" y="0"/>
                    </a:moveTo>
                    <a:lnTo>
                      <a:pt x="549401" y="0"/>
                    </a:lnTo>
                    <a:lnTo>
                      <a:pt x="549401" y="283585"/>
                    </a:lnTo>
                    <a:lnTo>
                      <a:pt x="0" y="283585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-53054" r="0" b="-105571"/>
                </a:stretch>
              </a:blip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304084" y="4036953"/>
              <a:ext cx="4886928" cy="807695"/>
              <a:chOff x="0" y="0"/>
              <a:chExt cx="933982" cy="15436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933982" cy="154365"/>
              </a:xfrm>
              <a:custGeom>
                <a:avLst/>
                <a:gdLst/>
                <a:ahLst/>
                <a:cxnLst/>
                <a:rect r="r" b="b" t="t" l="l"/>
                <a:pathLst>
                  <a:path h="154365" w="933982">
                    <a:moveTo>
                      <a:pt x="77183" y="0"/>
                    </a:moveTo>
                    <a:lnTo>
                      <a:pt x="856799" y="0"/>
                    </a:lnTo>
                    <a:cubicBezTo>
                      <a:pt x="877269" y="0"/>
                      <a:pt x="896901" y="8132"/>
                      <a:pt x="911375" y="22606"/>
                    </a:cubicBezTo>
                    <a:cubicBezTo>
                      <a:pt x="925850" y="37081"/>
                      <a:pt x="933982" y="56713"/>
                      <a:pt x="933982" y="77183"/>
                    </a:cubicBezTo>
                    <a:lnTo>
                      <a:pt x="933982" y="77183"/>
                    </a:lnTo>
                    <a:cubicBezTo>
                      <a:pt x="933982" y="97653"/>
                      <a:pt x="925850" y="117284"/>
                      <a:pt x="911375" y="131759"/>
                    </a:cubicBezTo>
                    <a:cubicBezTo>
                      <a:pt x="896901" y="146234"/>
                      <a:pt x="877269" y="154365"/>
                      <a:pt x="856799" y="154365"/>
                    </a:cubicBezTo>
                    <a:lnTo>
                      <a:pt x="77183" y="154365"/>
                    </a:lnTo>
                    <a:cubicBezTo>
                      <a:pt x="56713" y="154365"/>
                      <a:pt x="37081" y="146234"/>
                      <a:pt x="22606" y="131759"/>
                    </a:cubicBezTo>
                    <a:cubicBezTo>
                      <a:pt x="8132" y="117284"/>
                      <a:pt x="0" y="97653"/>
                      <a:pt x="0" y="77183"/>
                    </a:cubicBezTo>
                    <a:lnTo>
                      <a:pt x="0" y="77183"/>
                    </a:lnTo>
                    <a:cubicBezTo>
                      <a:pt x="0" y="56713"/>
                      <a:pt x="8132" y="37081"/>
                      <a:pt x="22606" y="22606"/>
                    </a:cubicBezTo>
                    <a:cubicBezTo>
                      <a:pt x="37081" y="8132"/>
                      <a:pt x="56713" y="0"/>
                      <a:pt x="77183" y="0"/>
                    </a:cubicBezTo>
                    <a:close/>
                  </a:path>
                </a:pathLst>
              </a:custGeom>
              <a:solidFill>
                <a:srgbClr val="F7A012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9525"/>
                <a:ext cx="933982" cy="144840"/>
              </a:xfrm>
              <a:prstGeom prst="rect">
                <a:avLst/>
              </a:prstGeom>
            </p:spPr>
            <p:txBody>
              <a:bodyPr anchor="ctr" rtlCol="false" tIns="52504" lIns="52504" bIns="52504" rIns="52504"/>
              <a:lstStyle/>
              <a:p>
                <a:pPr algn="ctr">
                  <a:lnSpc>
                    <a:spcPts val="2874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295415" y="4109299"/>
              <a:ext cx="4886928" cy="663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3"/>
                </a:lnSpc>
              </a:pPr>
              <a:r>
                <a:rPr lang="en-US" sz="3307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8/12 → 12/12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27511" y="304954"/>
              <a:ext cx="4863502" cy="757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83"/>
                </a:lnSpc>
              </a:pPr>
              <a:r>
                <a:rPr lang="en-US" sz="381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Week 3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694988" y="5083942"/>
              <a:ext cx="4107568" cy="1275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6"/>
                </a:lnSpc>
              </a:pPr>
              <a:r>
                <a:rPr lang="en-US" sz="27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Development of Qgis skills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873326" y="3359986"/>
            <a:ext cx="4108319" cy="4904524"/>
            <a:chOff x="0" y="0"/>
            <a:chExt cx="5477758" cy="6539365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5477758" cy="6539365"/>
              <a:chOff x="0" y="0"/>
              <a:chExt cx="1046900" cy="1249793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46900" cy="1249793"/>
              </a:xfrm>
              <a:custGeom>
                <a:avLst/>
                <a:gdLst/>
                <a:ahLst/>
                <a:cxnLst/>
                <a:rect r="r" b="b" t="t" l="l"/>
                <a:pathLst>
                  <a:path h="1249793" w="1046900">
                    <a:moveTo>
                      <a:pt x="0" y="0"/>
                    </a:moveTo>
                    <a:lnTo>
                      <a:pt x="1046900" y="0"/>
                    </a:lnTo>
                    <a:lnTo>
                      <a:pt x="1046900" y="1249793"/>
                    </a:lnTo>
                    <a:lnTo>
                      <a:pt x="0" y="1249793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9525"/>
                <a:ext cx="1046900" cy="1240268"/>
              </a:xfrm>
              <a:prstGeom prst="rect">
                <a:avLst/>
              </a:prstGeom>
            </p:spPr>
            <p:txBody>
              <a:bodyPr anchor="ctr" rtlCol="false" tIns="52504" lIns="52504" bIns="52504" rIns="52504"/>
              <a:lstStyle/>
              <a:p>
                <a:pPr algn="ctr">
                  <a:lnSpc>
                    <a:spcPts val="2874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304084" y="1285860"/>
              <a:ext cx="4886928" cy="2522493"/>
              <a:chOff x="0" y="0"/>
              <a:chExt cx="549401" cy="283585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49401" cy="283585"/>
              </a:xfrm>
              <a:custGeom>
                <a:avLst/>
                <a:gdLst/>
                <a:ahLst/>
                <a:cxnLst/>
                <a:rect r="r" b="b" t="t" l="l"/>
                <a:pathLst>
                  <a:path h="283585" w="549401">
                    <a:moveTo>
                      <a:pt x="0" y="0"/>
                    </a:moveTo>
                    <a:lnTo>
                      <a:pt x="549401" y="0"/>
                    </a:lnTo>
                    <a:lnTo>
                      <a:pt x="549401" y="283585"/>
                    </a:lnTo>
                    <a:lnTo>
                      <a:pt x="0" y="283585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45331" r="0" b="-113294"/>
                </a:stretch>
              </a:blip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304084" y="4036953"/>
              <a:ext cx="4886928" cy="807695"/>
              <a:chOff x="0" y="0"/>
              <a:chExt cx="933982" cy="154365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933982" cy="154365"/>
              </a:xfrm>
              <a:custGeom>
                <a:avLst/>
                <a:gdLst/>
                <a:ahLst/>
                <a:cxnLst/>
                <a:rect r="r" b="b" t="t" l="l"/>
                <a:pathLst>
                  <a:path h="154365" w="933982">
                    <a:moveTo>
                      <a:pt x="77183" y="0"/>
                    </a:moveTo>
                    <a:lnTo>
                      <a:pt x="856799" y="0"/>
                    </a:lnTo>
                    <a:cubicBezTo>
                      <a:pt x="877269" y="0"/>
                      <a:pt x="896901" y="8132"/>
                      <a:pt x="911375" y="22606"/>
                    </a:cubicBezTo>
                    <a:cubicBezTo>
                      <a:pt x="925850" y="37081"/>
                      <a:pt x="933982" y="56713"/>
                      <a:pt x="933982" y="77183"/>
                    </a:cubicBezTo>
                    <a:lnTo>
                      <a:pt x="933982" y="77183"/>
                    </a:lnTo>
                    <a:cubicBezTo>
                      <a:pt x="933982" y="97653"/>
                      <a:pt x="925850" y="117284"/>
                      <a:pt x="911375" y="131759"/>
                    </a:cubicBezTo>
                    <a:cubicBezTo>
                      <a:pt x="896901" y="146234"/>
                      <a:pt x="877269" y="154365"/>
                      <a:pt x="856799" y="154365"/>
                    </a:cubicBezTo>
                    <a:lnTo>
                      <a:pt x="77183" y="154365"/>
                    </a:lnTo>
                    <a:cubicBezTo>
                      <a:pt x="56713" y="154365"/>
                      <a:pt x="37081" y="146234"/>
                      <a:pt x="22606" y="131759"/>
                    </a:cubicBezTo>
                    <a:cubicBezTo>
                      <a:pt x="8132" y="117284"/>
                      <a:pt x="0" y="97653"/>
                      <a:pt x="0" y="77183"/>
                    </a:cubicBezTo>
                    <a:lnTo>
                      <a:pt x="0" y="77183"/>
                    </a:lnTo>
                    <a:cubicBezTo>
                      <a:pt x="0" y="56713"/>
                      <a:pt x="8132" y="37081"/>
                      <a:pt x="22606" y="22606"/>
                    </a:cubicBezTo>
                    <a:cubicBezTo>
                      <a:pt x="37081" y="8132"/>
                      <a:pt x="56713" y="0"/>
                      <a:pt x="77183" y="0"/>
                    </a:cubicBezTo>
                    <a:close/>
                  </a:path>
                </a:pathLst>
              </a:custGeom>
              <a:solidFill>
                <a:srgbClr val="F7A012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9525"/>
                <a:ext cx="933982" cy="144840"/>
              </a:xfrm>
              <a:prstGeom prst="rect">
                <a:avLst/>
              </a:prstGeom>
            </p:spPr>
            <p:txBody>
              <a:bodyPr anchor="ctr" rtlCol="false" tIns="52504" lIns="52504" bIns="52504" rIns="52504"/>
              <a:lstStyle/>
              <a:p>
                <a:pPr algn="ctr">
                  <a:lnSpc>
                    <a:spcPts val="2874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295415" y="4109299"/>
              <a:ext cx="4886928" cy="663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3"/>
                </a:lnSpc>
              </a:pPr>
              <a:r>
                <a:rPr lang="en-US" sz="3307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1/12 → 5/12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327511" y="304954"/>
              <a:ext cx="4863502" cy="757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83"/>
                </a:lnSpc>
              </a:pPr>
              <a:r>
                <a:rPr lang="en-US" sz="381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Week 2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694988" y="5083942"/>
              <a:ext cx="4107568" cy="1275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6"/>
                </a:lnSpc>
              </a:pPr>
              <a:r>
                <a:rPr lang="en-US" sz="27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Development of python skills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0" y="0"/>
            <a:ext cx="3525599" cy="1405263"/>
            <a:chOff x="0" y="0"/>
            <a:chExt cx="4700799" cy="18736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84771" cy="1873684"/>
            </a:xfrm>
            <a:custGeom>
              <a:avLst/>
              <a:gdLst/>
              <a:ahLst/>
              <a:cxnLst/>
              <a:rect r="r" b="b" t="t" l="l"/>
              <a:pathLst>
                <a:path h="1873684" w="1884771">
                  <a:moveTo>
                    <a:pt x="0" y="0"/>
                  </a:moveTo>
                  <a:lnTo>
                    <a:pt x="1884771" y="0"/>
                  </a:lnTo>
                  <a:lnTo>
                    <a:pt x="1884771" y="1873684"/>
                  </a:lnTo>
                  <a:lnTo>
                    <a:pt x="0" y="187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 rot="0">
              <a:off x="1737463" y="671536"/>
              <a:ext cx="2963336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2"/>
                </a:lnSpc>
              </a:pPr>
              <a:r>
                <a:rPr lang="en-US" sz="214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Matteo Galdini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9124" y="1597919"/>
            <a:ext cx="4478231" cy="2845011"/>
            <a:chOff x="0" y="0"/>
            <a:chExt cx="1179452" cy="7493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9452" cy="749303"/>
            </a:xfrm>
            <a:custGeom>
              <a:avLst/>
              <a:gdLst/>
              <a:ahLst/>
              <a:cxnLst/>
              <a:rect r="r" b="b" t="t" l="l"/>
              <a:pathLst>
                <a:path h="749303" w="1179452">
                  <a:moveTo>
                    <a:pt x="0" y="0"/>
                  </a:moveTo>
                  <a:lnTo>
                    <a:pt x="1179452" y="0"/>
                  </a:lnTo>
                  <a:lnTo>
                    <a:pt x="1179452" y="749303"/>
                  </a:lnTo>
                  <a:lnTo>
                    <a:pt x="0" y="74930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179452" cy="739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42632" y="1597919"/>
            <a:ext cx="4478231" cy="2845011"/>
            <a:chOff x="0" y="0"/>
            <a:chExt cx="1179452" cy="7493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9452" cy="749303"/>
            </a:xfrm>
            <a:custGeom>
              <a:avLst/>
              <a:gdLst/>
              <a:ahLst/>
              <a:cxnLst/>
              <a:rect r="r" b="b" t="t" l="l"/>
              <a:pathLst>
                <a:path h="749303" w="1179452">
                  <a:moveTo>
                    <a:pt x="0" y="0"/>
                  </a:moveTo>
                  <a:lnTo>
                    <a:pt x="1179452" y="0"/>
                  </a:lnTo>
                  <a:lnTo>
                    <a:pt x="1179452" y="749303"/>
                  </a:lnTo>
                  <a:lnTo>
                    <a:pt x="0" y="74930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179452" cy="739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49124" y="5901883"/>
            <a:ext cx="4478231" cy="3356417"/>
            <a:chOff x="0" y="0"/>
            <a:chExt cx="1179452" cy="8839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9452" cy="883994"/>
            </a:xfrm>
            <a:custGeom>
              <a:avLst/>
              <a:gdLst/>
              <a:ahLst/>
              <a:cxnLst/>
              <a:rect r="r" b="b" t="t" l="l"/>
              <a:pathLst>
                <a:path h="883994" w="1179452">
                  <a:moveTo>
                    <a:pt x="0" y="0"/>
                  </a:moveTo>
                  <a:lnTo>
                    <a:pt x="1179452" y="0"/>
                  </a:lnTo>
                  <a:lnTo>
                    <a:pt x="1179452" y="883994"/>
                  </a:lnTo>
                  <a:lnTo>
                    <a:pt x="0" y="88399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179452" cy="874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42632" y="5901883"/>
            <a:ext cx="4478231" cy="3356417"/>
            <a:chOff x="0" y="0"/>
            <a:chExt cx="1179452" cy="8839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9452" cy="883994"/>
            </a:xfrm>
            <a:custGeom>
              <a:avLst/>
              <a:gdLst/>
              <a:ahLst/>
              <a:cxnLst/>
              <a:rect r="r" b="b" t="t" l="l"/>
              <a:pathLst>
                <a:path h="883994" w="1179452">
                  <a:moveTo>
                    <a:pt x="0" y="0"/>
                  </a:moveTo>
                  <a:lnTo>
                    <a:pt x="1179452" y="0"/>
                  </a:lnTo>
                  <a:lnTo>
                    <a:pt x="1179452" y="883994"/>
                  </a:lnTo>
                  <a:lnTo>
                    <a:pt x="0" y="88399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179452" cy="874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130953" y="4011949"/>
            <a:ext cx="1393943" cy="1160457"/>
          </a:xfrm>
          <a:custGeom>
            <a:avLst/>
            <a:gdLst/>
            <a:ahLst/>
            <a:cxnLst/>
            <a:rect r="r" b="b" t="t" l="l"/>
            <a:pathLst>
              <a:path h="1160457" w="1393943">
                <a:moveTo>
                  <a:pt x="0" y="0"/>
                </a:moveTo>
                <a:lnTo>
                  <a:pt x="1393943" y="0"/>
                </a:lnTo>
                <a:lnTo>
                  <a:pt x="1393943" y="1160458"/>
                </a:lnTo>
                <a:lnTo>
                  <a:pt x="0" y="11604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130953" y="-110709"/>
            <a:ext cx="2256694" cy="1477109"/>
          </a:xfrm>
          <a:custGeom>
            <a:avLst/>
            <a:gdLst/>
            <a:ahLst/>
            <a:cxnLst/>
            <a:rect r="r" b="b" t="t" l="l"/>
            <a:pathLst>
              <a:path h="1477109" w="2256694">
                <a:moveTo>
                  <a:pt x="0" y="0"/>
                </a:moveTo>
                <a:lnTo>
                  <a:pt x="2256694" y="0"/>
                </a:lnTo>
                <a:lnTo>
                  <a:pt x="2256694" y="1477109"/>
                </a:lnTo>
                <a:lnTo>
                  <a:pt x="0" y="1477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375147" y="1388961"/>
            <a:ext cx="6670552" cy="2740991"/>
          </a:xfrm>
          <a:custGeom>
            <a:avLst/>
            <a:gdLst/>
            <a:ahLst/>
            <a:cxnLst/>
            <a:rect r="r" b="b" t="t" l="l"/>
            <a:pathLst>
              <a:path h="2740991" w="6670552">
                <a:moveTo>
                  <a:pt x="0" y="0"/>
                </a:moveTo>
                <a:lnTo>
                  <a:pt x="6670552" y="0"/>
                </a:lnTo>
                <a:lnTo>
                  <a:pt x="6670552" y="2740990"/>
                </a:lnTo>
                <a:lnTo>
                  <a:pt x="0" y="27409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0" y="0"/>
            <a:ext cx="3525599" cy="1405263"/>
            <a:chOff x="0" y="0"/>
            <a:chExt cx="4700799" cy="18736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84771" cy="1873684"/>
            </a:xfrm>
            <a:custGeom>
              <a:avLst/>
              <a:gdLst/>
              <a:ahLst/>
              <a:cxnLst/>
              <a:rect r="r" b="b" t="t" l="l"/>
              <a:pathLst>
                <a:path h="1873684" w="1884771">
                  <a:moveTo>
                    <a:pt x="0" y="0"/>
                  </a:moveTo>
                  <a:lnTo>
                    <a:pt x="1884771" y="0"/>
                  </a:lnTo>
                  <a:lnTo>
                    <a:pt x="1884771" y="1873684"/>
                  </a:lnTo>
                  <a:lnTo>
                    <a:pt x="0" y="187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737463" y="671536"/>
              <a:ext cx="2963336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2"/>
                </a:lnSpc>
              </a:pPr>
              <a:r>
                <a:rPr lang="en-US" sz="214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Matteo Galdini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5400000">
            <a:off x="3042300" y="4581666"/>
            <a:ext cx="1291878" cy="1181481"/>
          </a:xfrm>
          <a:custGeom>
            <a:avLst/>
            <a:gdLst/>
            <a:ahLst/>
            <a:cxnLst/>
            <a:rect r="r" b="b" t="t" l="l"/>
            <a:pathLst>
              <a:path h="1181481" w="1291878">
                <a:moveTo>
                  <a:pt x="0" y="0"/>
                </a:moveTo>
                <a:lnTo>
                  <a:pt x="1291878" y="0"/>
                </a:lnTo>
                <a:lnTo>
                  <a:pt x="1291878" y="1181481"/>
                </a:lnTo>
                <a:lnTo>
                  <a:pt x="0" y="11814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8135809" y="4581666"/>
            <a:ext cx="1291878" cy="1181481"/>
          </a:xfrm>
          <a:custGeom>
            <a:avLst/>
            <a:gdLst/>
            <a:ahLst/>
            <a:cxnLst/>
            <a:rect r="r" b="b" t="t" l="l"/>
            <a:pathLst>
              <a:path h="1181481" w="1291878">
                <a:moveTo>
                  <a:pt x="0" y="0"/>
                </a:moveTo>
                <a:lnTo>
                  <a:pt x="1291878" y="0"/>
                </a:lnTo>
                <a:lnTo>
                  <a:pt x="1291878" y="1181481"/>
                </a:lnTo>
                <a:lnTo>
                  <a:pt x="0" y="11814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726609" y="4419081"/>
            <a:ext cx="1847354" cy="1847354"/>
          </a:xfrm>
          <a:custGeom>
            <a:avLst/>
            <a:gdLst/>
            <a:ahLst/>
            <a:cxnLst/>
            <a:rect r="r" b="b" t="t" l="l"/>
            <a:pathLst>
              <a:path h="1847354" w="1847354">
                <a:moveTo>
                  <a:pt x="0" y="0"/>
                </a:moveTo>
                <a:lnTo>
                  <a:pt x="1847354" y="0"/>
                </a:lnTo>
                <a:lnTo>
                  <a:pt x="1847354" y="1847354"/>
                </a:lnTo>
                <a:lnTo>
                  <a:pt x="0" y="18473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07749" y="5342758"/>
            <a:ext cx="1465590" cy="1465590"/>
          </a:xfrm>
          <a:custGeom>
            <a:avLst/>
            <a:gdLst/>
            <a:ahLst/>
            <a:cxnLst/>
            <a:rect r="r" b="b" t="t" l="l"/>
            <a:pathLst>
              <a:path h="1465590" w="1465590">
                <a:moveTo>
                  <a:pt x="0" y="0"/>
                </a:moveTo>
                <a:lnTo>
                  <a:pt x="1465590" y="0"/>
                </a:lnTo>
                <a:lnTo>
                  <a:pt x="1465590" y="1465590"/>
                </a:lnTo>
                <a:lnTo>
                  <a:pt x="0" y="146559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653099" y="6979053"/>
            <a:ext cx="3607287" cy="2367282"/>
            <a:chOff x="0" y="0"/>
            <a:chExt cx="812800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F5BE4A"/>
            </a:solidFill>
            <a:ln w="38100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38100" y="98425"/>
              <a:ext cx="7366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4"/>
                </a:lnSpc>
              </a:pPr>
              <a:r>
                <a:rPr lang="en-US" b="true" sz="249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 had to agree on the coffe break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875250" y="7196859"/>
            <a:ext cx="3625978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 had to adapt the code to the specific functionalites of the software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75250" y="1934300"/>
            <a:ext cx="362597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Python skills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85476" y="1934300"/>
            <a:ext cx="360144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Qgis skills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75250" y="6275960"/>
            <a:ext cx="3625978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Adaptability &amp;</a:t>
            </a:r>
          </a:p>
          <a:p>
            <a:pPr algn="ctr">
              <a:lnSpc>
                <a:spcPts val="2874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critical thinking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60942" y="6275960"/>
            <a:ext cx="3625978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Comunication &amp; teamwork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45073" y="2351724"/>
            <a:ext cx="3886332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While working on the code, we improved our python skills and discovered new libraries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60942" y="7196859"/>
            <a:ext cx="3625978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 had to report what we were doing on a daily basis, we had to collaborate and speak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68759" y="2351724"/>
            <a:ext cx="3625978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 can now use the softare given to us properly and we also made a tutorial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726609" y="730753"/>
            <a:ext cx="516228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Skills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698997" y="1915525"/>
            <a:ext cx="516228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F7A012"/>
                </a:solidFill>
                <a:latin typeface="Inter Bold"/>
                <a:ea typeface="Inter Bold"/>
                <a:cs typeface="Inter Bold"/>
                <a:sym typeface="Inter Bold"/>
              </a:rPr>
              <a:t>Developed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1189771" y="7580092"/>
            <a:ext cx="1291878" cy="1181481"/>
          </a:xfrm>
          <a:custGeom>
            <a:avLst/>
            <a:gdLst/>
            <a:ahLst/>
            <a:cxnLst/>
            <a:rect r="r" b="b" t="t" l="l"/>
            <a:pathLst>
              <a:path h="1181481" w="1291878">
                <a:moveTo>
                  <a:pt x="0" y="0"/>
                </a:moveTo>
                <a:lnTo>
                  <a:pt x="1291878" y="0"/>
                </a:lnTo>
                <a:lnTo>
                  <a:pt x="1291878" y="1181481"/>
                </a:lnTo>
                <a:lnTo>
                  <a:pt x="0" y="11814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30953" y="-110709"/>
            <a:ext cx="2256694" cy="1477109"/>
          </a:xfrm>
          <a:custGeom>
            <a:avLst/>
            <a:gdLst/>
            <a:ahLst/>
            <a:cxnLst/>
            <a:rect r="r" b="b" t="t" l="l"/>
            <a:pathLst>
              <a:path h="1477109" w="2256694">
                <a:moveTo>
                  <a:pt x="0" y="0"/>
                </a:moveTo>
                <a:lnTo>
                  <a:pt x="2256694" y="0"/>
                </a:lnTo>
                <a:lnTo>
                  <a:pt x="2256694" y="1477109"/>
                </a:lnTo>
                <a:lnTo>
                  <a:pt x="0" y="1477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84892" y="4166467"/>
            <a:ext cx="3216983" cy="4859390"/>
            <a:chOff x="0" y="0"/>
            <a:chExt cx="847271" cy="12798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7271" cy="1279839"/>
            </a:xfrm>
            <a:custGeom>
              <a:avLst/>
              <a:gdLst/>
              <a:ahLst/>
              <a:cxnLst/>
              <a:rect r="r" b="b" t="t" l="l"/>
              <a:pathLst>
                <a:path h="1279839" w="847271">
                  <a:moveTo>
                    <a:pt x="0" y="0"/>
                  </a:moveTo>
                  <a:lnTo>
                    <a:pt x="847271" y="0"/>
                  </a:lnTo>
                  <a:lnTo>
                    <a:pt x="847271" y="1279839"/>
                  </a:lnTo>
                  <a:lnTo>
                    <a:pt x="0" y="1279839"/>
                  </a:lnTo>
                  <a:close/>
                </a:path>
              </a:pathLst>
            </a:custGeom>
            <a:solidFill>
              <a:srgbClr val="F7A01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847271" cy="1270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24"/>
                </a:lnSpc>
              </a:pPr>
              <a:r>
                <a:rPr lang="en-US" sz="34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Requests</a:t>
              </a:r>
            </a:p>
            <a:p>
              <a:pPr algn="ctr">
                <a:lnSpc>
                  <a:spcPts val="4024"/>
                </a:lnSpc>
              </a:pPr>
            </a:p>
            <a:p>
              <a:pPr algn="ctr">
                <a:lnSpc>
                  <a:spcPts val="4024"/>
                </a:lnSpc>
              </a:pPr>
              <a:r>
                <a:rPr lang="en-US" sz="34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Testing</a:t>
              </a:r>
            </a:p>
            <a:p>
              <a:pPr algn="ctr">
                <a:lnSpc>
                  <a:spcPts val="4024"/>
                </a:lnSpc>
              </a:pPr>
            </a:p>
            <a:p>
              <a:pPr algn="ctr">
                <a:lnSpc>
                  <a:spcPts val="4024"/>
                </a:lnSpc>
              </a:pPr>
              <a:r>
                <a:rPr lang="en-US" b="true" sz="349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Reporting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865357" y="7865400"/>
            <a:ext cx="1393943" cy="1160457"/>
          </a:xfrm>
          <a:custGeom>
            <a:avLst/>
            <a:gdLst/>
            <a:ahLst/>
            <a:cxnLst/>
            <a:rect r="r" b="b" t="t" l="l"/>
            <a:pathLst>
              <a:path h="1160457" w="1393943">
                <a:moveTo>
                  <a:pt x="0" y="0"/>
                </a:moveTo>
                <a:lnTo>
                  <a:pt x="1393943" y="0"/>
                </a:lnTo>
                <a:lnTo>
                  <a:pt x="1393943" y="1160457"/>
                </a:lnTo>
                <a:lnTo>
                  <a:pt x="0" y="11604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56552" y="6182712"/>
            <a:ext cx="944297" cy="786127"/>
          </a:xfrm>
          <a:custGeom>
            <a:avLst/>
            <a:gdLst/>
            <a:ahLst/>
            <a:cxnLst/>
            <a:rect r="r" b="b" t="t" l="l"/>
            <a:pathLst>
              <a:path h="786127" w="944297">
                <a:moveTo>
                  <a:pt x="0" y="0"/>
                </a:moveTo>
                <a:lnTo>
                  <a:pt x="944296" y="0"/>
                </a:lnTo>
                <a:lnTo>
                  <a:pt x="944296" y="786127"/>
                </a:lnTo>
                <a:lnTo>
                  <a:pt x="0" y="7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65686" y="0"/>
            <a:ext cx="9956627" cy="3928342"/>
          </a:xfrm>
          <a:custGeom>
            <a:avLst/>
            <a:gdLst/>
            <a:ahLst/>
            <a:cxnLst/>
            <a:rect r="r" b="b" t="t" l="l"/>
            <a:pathLst>
              <a:path h="3928342" w="9956627">
                <a:moveTo>
                  <a:pt x="0" y="0"/>
                </a:moveTo>
                <a:lnTo>
                  <a:pt x="9956628" y="0"/>
                </a:lnTo>
                <a:lnTo>
                  <a:pt x="9956628" y="3928342"/>
                </a:lnTo>
                <a:lnTo>
                  <a:pt x="0" y="39283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61509" y="1674036"/>
            <a:ext cx="5988826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Challenges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462645" y="8259201"/>
            <a:ext cx="6656786" cy="1626769"/>
            <a:chOff x="0" y="0"/>
            <a:chExt cx="1753228" cy="4284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53227" cy="428449"/>
            </a:xfrm>
            <a:custGeom>
              <a:avLst/>
              <a:gdLst/>
              <a:ahLst/>
              <a:cxnLst/>
              <a:rect r="r" b="b" t="t" l="l"/>
              <a:pathLst>
                <a:path h="428449" w="1753227">
                  <a:moveTo>
                    <a:pt x="0" y="0"/>
                  </a:moveTo>
                  <a:lnTo>
                    <a:pt x="1753227" y="0"/>
                  </a:lnTo>
                  <a:lnTo>
                    <a:pt x="1753227" y="428449"/>
                  </a:lnTo>
                  <a:lnTo>
                    <a:pt x="0" y="428449"/>
                  </a:lnTo>
                  <a:close/>
                </a:path>
              </a:pathLst>
            </a:custGeom>
            <a:solidFill>
              <a:srgbClr val="F7A01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753228" cy="418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24"/>
                </a:lnSpc>
              </a:pPr>
              <a:r>
                <a:rPr lang="en-US" b="true" sz="349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 had to report our progresses properly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3525599" cy="1405263"/>
            <a:chOff x="0" y="0"/>
            <a:chExt cx="4700799" cy="18736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84771" cy="1873684"/>
            </a:xfrm>
            <a:custGeom>
              <a:avLst/>
              <a:gdLst/>
              <a:ahLst/>
              <a:cxnLst/>
              <a:rect r="r" b="b" t="t" l="l"/>
              <a:pathLst>
                <a:path h="1873684" w="1884771">
                  <a:moveTo>
                    <a:pt x="0" y="0"/>
                  </a:moveTo>
                  <a:lnTo>
                    <a:pt x="1884771" y="0"/>
                  </a:lnTo>
                  <a:lnTo>
                    <a:pt x="1884771" y="1873684"/>
                  </a:lnTo>
                  <a:lnTo>
                    <a:pt x="0" y="187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737463" y="671536"/>
              <a:ext cx="2963336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2"/>
                </a:lnSpc>
              </a:pPr>
              <a:r>
                <a:rPr lang="en-US" sz="214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Matteo Galdini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308437" y="3924663"/>
            <a:ext cx="6656786" cy="1626769"/>
            <a:chOff x="0" y="0"/>
            <a:chExt cx="1753228" cy="4284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53227" cy="428449"/>
            </a:xfrm>
            <a:custGeom>
              <a:avLst/>
              <a:gdLst/>
              <a:ahLst/>
              <a:cxnLst/>
              <a:rect r="r" b="b" t="t" l="l"/>
              <a:pathLst>
                <a:path h="428449" w="1753227">
                  <a:moveTo>
                    <a:pt x="0" y="0"/>
                  </a:moveTo>
                  <a:lnTo>
                    <a:pt x="1753227" y="0"/>
                  </a:lnTo>
                  <a:lnTo>
                    <a:pt x="1753227" y="428449"/>
                  </a:lnTo>
                  <a:lnTo>
                    <a:pt x="0" y="428449"/>
                  </a:lnTo>
                  <a:close/>
                </a:path>
              </a:pathLst>
            </a:custGeom>
            <a:solidFill>
              <a:srgbClr val="F7A01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753228" cy="418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24"/>
                </a:lnSpc>
              </a:pPr>
              <a:r>
                <a:rPr lang="en-US" b="true" sz="349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 had to understand what they were really asking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3022389">
            <a:off x="6498801" y="7763561"/>
            <a:ext cx="1015764" cy="1811287"/>
          </a:xfrm>
          <a:custGeom>
            <a:avLst/>
            <a:gdLst/>
            <a:ahLst/>
            <a:cxnLst/>
            <a:rect r="r" b="b" t="t" l="l"/>
            <a:pathLst>
              <a:path h="1811287" w="1015764">
                <a:moveTo>
                  <a:pt x="0" y="0"/>
                </a:moveTo>
                <a:lnTo>
                  <a:pt x="1015763" y="0"/>
                </a:lnTo>
                <a:lnTo>
                  <a:pt x="1015763" y="1811286"/>
                </a:lnTo>
                <a:lnTo>
                  <a:pt x="0" y="18112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0672" t="-101007" r="-80334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true" rot="5964935">
            <a:off x="6666784" y="2808971"/>
            <a:ext cx="2776745" cy="4107641"/>
          </a:xfrm>
          <a:custGeom>
            <a:avLst/>
            <a:gdLst/>
            <a:ahLst/>
            <a:cxnLst/>
            <a:rect r="r" b="b" t="t" l="l"/>
            <a:pathLst>
              <a:path h="4107641" w="2776745">
                <a:moveTo>
                  <a:pt x="0" y="4107641"/>
                </a:moveTo>
                <a:lnTo>
                  <a:pt x="2776744" y="4107641"/>
                </a:lnTo>
                <a:lnTo>
                  <a:pt x="2776744" y="0"/>
                </a:lnTo>
                <a:lnTo>
                  <a:pt x="0" y="0"/>
                </a:lnTo>
                <a:lnTo>
                  <a:pt x="0" y="4107641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028142" y="6506036"/>
            <a:ext cx="5048437" cy="1626769"/>
            <a:chOff x="0" y="0"/>
            <a:chExt cx="1329630" cy="4284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29629" cy="428449"/>
            </a:xfrm>
            <a:custGeom>
              <a:avLst/>
              <a:gdLst/>
              <a:ahLst/>
              <a:cxnLst/>
              <a:rect r="r" b="b" t="t" l="l"/>
              <a:pathLst>
                <a:path h="428449" w="1329629">
                  <a:moveTo>
                    <a:pt x="0" y="0"/>
                  </a:moveTo>
                  <a:lnTo>
                    <a:pt x="1329629" y="0"/>
                  </a:lnTo>
                  <a:lnTo>
                    <a:pt x="1329629" y="428449"/>
                  </a:lnTo>
                  <a:lnTo>
                    <a:pt x="0" y="428449"/>
                  </a:lnTo>
                  <a:close/>
                </a:path>
              </a:pathLst>
            </a:custGeom>
            <a:solidFill>
              <a:srgbClr val="F7A01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1329630" cy="418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24"/>
                </a:lnSpc>
              </a:pPr>
              <a:r>
                <a:rPr lang="en-US" b="true" sz="349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“Chat gpt why isn’t this working?”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true" flipV="false" rot="-5238731">
            <a:off x="6307321" y="5575729"/>
            <a:ext cx="1216940" cy="2170020"/>
          </a:xfrm>
          <a:custGeom>
            <a:avLst/>
            <a:gdLst/>
            <a:ahLst/>
            <a:cxnLst/>
            <a:rect r="r" b="b" t="t" l="l"/>
            <a:pathLst>
              <a:path h="2170020" w="1216940">
                <a:moveTo>
                  <a:pt x="1216941" y="0"/>
                </a:moveTo>
                <a:lnTo>
                  <a:pt x="0" y="0"/>
                </a:lnTo>
                <a:lnTo>
                  <a:pt x="0" y="2170020"/>
                </a:lnTo>
                <a:lnTo>
                  <a:pt x="1216941" y="2170020"/>
                </a:lnTo>
                <a:lnTo>
                  <a:pt x="121694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5590" r="-2559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30953" y="-110709"/>
            <a:ext cx="2256694" cy="1477109"/>
          </a:xfrm>
          <a:custGeom>
            <a:avLst/>
            <a:gdLst/>
            <a:ahLst/>
            <a:cxnLst/>
            <a:rect r="r" b="b" t="t" l="l"/>
            <a:pathLst>
              <a:path h="1477109" w="2256694">
                <a:moveTo>
                  <a:pt x="0" y="0"/>
                </a:moveTo>
                <a:lnTo>
                  <a:pt x="2256694" y="0"/>
                </a:lnTo>
                <a:lnTo>
                  <a:pt x="2256694" y="1477109"/>
                </a:lnTo>
                <a:lnTo>
                  <a:pt x="0" y="1477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121706">
            <a:off x="935120" y="2034752"/>
            <a:ext cx="5189810" cy="7329638"/>
            <a:chOff x="0" y="0"/>
            <a:chExt cx="3267456" cy="46146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67456" cy="4618736"/>
            </a:xfrm>
            <a:custGeom>
              <a:avLst/>
              <a:gdLst/>
              <a:ahLst/>
              <a:cxnLst/>
              <a:rect r="r" b="b" t="t" l="l"/>
              <a:pathLst>
                <a:path h="4618736" w="3267456">
                  <a:moveTo>
                    <a:pt x="3267456" y="4618736"/>
                  </a:moveTo>
                  <a:lnTo>
                    <a:pt x="0" y="4618736"/>
                  </a:lnTo>
                  <a:lnTo>
                    <a:pt x="0" y="0"/>
                  </a:lnTo>
                  <a:lnTo>
                    <a:pt x="3267456" y="0"/>
                  </a:lnTo>
                  <a:lnTo>
                    <a:pt x="3267456" y="4618736"/>
                  </a:lnTo>
                  <a:close/>
                </a:path>
              </a:pathLst>
            </a:custGeom>
            <a:blipFill>
              <a:blip r:embed="rId5"/>
              <a:stretch>
                <a:fillRect l="-4" t="0" r="-4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4163" y="140959"/>
              <a:ext cx="2993427" cy="4317015"/>
            </a:xfrm>
            <a:custGeom>
              <a:avLst/>
              <a:gdLst/>
              <a:ahLst/>
              <a:cxnLst/>
              <a:rect r="r" b="b" t="t" l="l"/>
              <a:pathLst>
                <a:path h="4317015" w="2993427">
                  <a:moveTo>
                    <a:pt x="2993427" y="12700"/>
                  </a:moveTo>
                  <a:lnTo>
                    <a:pt x="2935892" y="4317015"/>
                  </a:lnTo>
                  <a:lnTo>
                    <a:pt x="0" y="4275547"/>
                  </a:lnTo>
                  <a:lnTo>
                    <a:pt x="0" y="0"/>
                  </a:lnTo>
                  <a:lnTo>
                    <a:pt x="2993427" y="12700"/>
                  </a:lnTo>
                  <a:close/>
                </a:path>
              </a:pathLst>
            </a:custGeom>
            <a:blipFill>
              <a:blip r:embed="rId6"/>
              <a:stretch>
                <a:fillRect l="-4015" t="0" r="-4015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-168752">
            <a:off x="5848242" y="3491525"/>
            <a:ext cx="7285445" cy="5246370"/>
            <a:chOff x="0" y="0"/>
            <a:chExt cx="3136392" cy="22585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14300" y="125984"/>
              <a:ext cx="2882900" cy="1993900"/>
            </a:xfrm>
            <a:custGeom>
              <a:avLst/>
              <a:gdLst/>
              <a:ahLst/>
              <a:cxnLst/>
              <a:rect r="r" b="b" t="t" l="l"/>
              <a:pathLst>
                <a:path h="1993900" w="2882900">
                  <a:moveTo>
                    <a:pt x="2882900" y="1993900"/>
                  </a:moveTo>
                  <a:lnTo>
                    <a:pt x="0" y="1993900"/>
                  </a:lnTo>
                  <a:lnTo>
                    <a:pt x="0" y="0"/>
                  </a:lnTo>
                  <a:lnTo>
                    <a:pt x="2882900" y="0"/>
                  </a:lnTo>
                  <a:lnTo>
                    <a:pt x="2882900" y="1993900"/>
                  </a:lnTo>
                  <a:close/>
                </a:path>
              </a:pathLst>
            </a:custGeom>
            <a:blipFill>
              <a:blip r:embed="rId7"/>
              <a:stretch>
                <a:fillRect l="-3128" t="0" r="-3171" b="-15132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-1016"/>
              <a:ext cx="3136392" cy="2258568"/>
            </a:xfrm>
            <a:custGeom>
              <a:avLst/>
              <a:gdLst/>
              <a:ahLst/>
              <a:cxnLst/>
              <a:rect r="r" b="b" t="t" l="l"/>
              <a:pathLst>
                <a:path h="2258568" w="3136392">
                  <a:moveTo>
                    <a:pt x="3136392" y="2258568"/>
                  </a:moveTo>
                  <a:lnTo>
                    <a:pt x="0" y="2258568"/>
                  </a:lnTo>
                  <a:lnTo>
                    <a:pt x="0" y="0"/>
                  </a:lnTo>
                  <a:lnTo>
                    <a:pt x="3136392" y="0"/>
                  </a:lnTo>
                  <a:lnTo>
                    <a:pt x="3136392" y="2258568"/>
                  </a:lnTo>
                  <a:close/>
                </a:path>
              </a:pathLst>
            </a:custGeom>
            <a:blipFill>
              <a:blip r:embed="rId8"/>
              <a:stretch>
                <a:fillRect l="-8" t="0" r="-8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130655">
            <a:off x="12817721" y="3928026"/>
            <a:ext cx="4516075" cy="5246370"/>
            <a:chOff x="0" y="0"/>
            <a:chExt cx="546608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19528" r="0" b="-19528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003665" y="822223"/>
            <a:ext cx="7403504" cy="3149855"/>
          </a:xfrm>
          <a:custGeom>
            <a:avLst/>
            <a:gdLst/>
            <a:ahLst/>
            <a:cxnLst/>
            <a:rect r="r" b="b" t="t" l="l"/>
            <a:pathLst>
              <a:path h="3149855" w="7403504">
                <a:moveTo>
                  <a:pt x="0" y="0"/>
                </a:moveTo>
                <a:lnTo>
                  <a:pt x="7403504" y="0"/>
                </a:lnTo>
                <a:lnTo>
                  <a:pt x="7403504" y="3149855"/>
                </a:lnTo>
                <a:lnTo>
                  <a:pt x="0" y="31498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98909" y="8828343"/>
            <a:ext cx="1032930" cy="859914"/>
          </a:xfrm>
          <a:custGeom>
            <a:avLst/>
            <a:gdLst/>
            <a:ahLst/>
            <a:cxnLst/>
            <a:rect r="r" b="b" t="t" l="l"/>
            <a:pathLst>
              <a:path h="859914" w="1032930">
                <a:moveTo>
                  <a:pt x="0" y="0"/>
                </a:moveTo>
                <a:lnTo>
                  <a:pt x="1032930" y="0"/>
                </a:lnTo>
                <a:lnTo>
                  <a:pt x="1032930" y="859914"/>
                </a:lnTo>
                <a:lnTo>
                  <a:pt x="0" y="8599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736557" y="2177231"/>
            <a:ext cx="1032930" cy="859914"/>
          </a:xfrm>
          <a:custGeom>
            <a:avLst/>
            <a:gdLst/>
            <a:ahLst/>
            <a:cxnLst/>
            <a:rect r="r" b="b" t="t" l="l"/>
            <a:pathLst>
              <a:path h="859914" w="1032930">
                <a:moveTo>
                  <a:pt x="0" y="0"/>
                </a:moveTo>
                <a:lnTo>
                  <a:pt x="1032930" y="0"/>
                </a:lnTo>
                <a:lnTo>
                  <a:pt x="1032930" y="859914"/>
                </a:lnTo>
                <a:lnTo>
                  <a:pt x="0" y="8599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737268" y="1639050"/>
            <a:ext cx="2093640" cy="1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Our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67133" y="1639050"/>
            <a:ext cx="3834983" cy="1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25"/>
              </a:lnSpc>
            </a:pPr>
            <a:r>
              <a:rPr lang="en-US" sz="7500" b="true">
                <a:solidFill>
                  <a:srgbClr val="F7A012"/>
                </a:solidFill>
                <a:latin typeface="Inter Bold"/>
                <a:ea typeface="Inter Bold"/>
                <a:cs typeface="Inter Bold"/>
                <a:sym typeface="Inter Bold"/>
              </a:rPr>
              <a:t>Gallery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0" y="0"/>
            <a:ext cx="3525599" cy="1405263"/>
            <a:chOff x="0" y="0"/>
            <a:chExt cx="4700799" cy="1873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84771" cy="1873684"/>
            </a:xfrm>
            <a:custGeom>
              <a:avLst/>
              <a:gdLst/>
              <a:ahLst/>
              <a:cxnLst/>
              <a:rect r="r" b="b" t="t" l="l"/>
              <a:pathLst>
                <a:path h="1873684" w="1884771">
                  <a:moveTo>
                    <a:pt x="0" y="0"/>
                  </a:moveTo>
                  <a:lnTo>
                    <a:pt x="1884771" y="0"/>
                  </a:lnTo>
                  <a:lnTo>
                    <a:pt x="1884771" y="1873684"/>
                  </a:lnTo>
                  <a:lnTo>
                    <a:pt x="0" y="187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737463" y="671536"/>
              <a:ext cx="2963336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2"/>
                </a:lnSpc>
              </a:pPr>
              <a:r>
                <a:rPr lang="en-US" sz="214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Matteo Galdini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91940">
            <a:off x="1942782" y="3760028"/>
            <a:ext cx="4501370" cy="3576479"/>
            <a:chOff x="0" y="0"/>
            <a:chExt cx="3901440" cy="30998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3"/>
              <a:stretch>
                <a:fillRect l="-8250" t="-10909" r="-31490" b="-4776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29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91940">
            <a:off x="11539055" y="3005626"/>
            <a:ext cx="4501370" cy="3576479"/>
            <a:chOff x="0" y="0"/>
            <a:chExt cx="3901440" cy="30998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5"/>
              <a:stretch>
                <a:fillRect l="0" t="-51175" r="0" b="-51175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29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-81076">
            <a:off x="6579603" y="4521381"/>
            <a:ext cx="4867514" cy="3867392"/>
            <a:chOff x="0" y="0"/>
            <a:chExt cx="3901440" cy="30998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6"/>
              <a:stretch>
                <a:fillRect l="0" t="-36405" r="0" b="-6594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29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297644" y="864568"/>
            <a:ext cx="7156527" cy="2823575"/>
          </a:xfrm>
          <a:custGeom>
            <a:avLst/>
            <a:gdLst/>
            <a:ahLst/>
            <a:cxnLst/>
            <a:rect r="r" b="b" t="t" l="l"/>
            <a:pathLst>
              <a:path h="2823575" w="7156527">
                <a:moveTo>
                  <a:pt x="0" y="0"/>
                </a:moveTo>
                <a:lnTo>
                  <a:pt x="7156528" y="0"/>
                </a:lnTo>
                <a:lnTo>
                  <a:pt x="7156528" y="2823576"/>
                </a:lnTo>
                <a:lnTo>
                  <a:pt x="0" y="282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30953" y="-110709"/>
            <a:ext cx="2256694" cy="1477109"/>
          </a:xfrm>
          <a:custGeom>
            <a:avLst/>
            <a:gdLst/>
            <a:ahLst/>
            <a:cxnLst/>
            <a:rect r="r" b="b" t="t" l="l"/>
            <a:pathLst>
              <a:path h="1477109" w="2256694">
                <a:moveTo>
                  <a:pt x="0" y="0"/>
                </a:moveTo>
                <a:lnTo>
                  <a:pt x="2256694" y="0"/>
                </a:lnTo>
                <a:lnTo>
                  <a:pt x="2256694" y="1477109"/>
                </a:lnTo>
                <a:lnTo>
                  <a:pt x="0" y="14771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584892" y="7126461"/>
            <a:ext cx="3217149" cy="1373474"/>
            <a:chOff x="0" y="0"/>
            <a:chExt cx="847315" cy="3617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7315" cy="361738"/>
            </a:xfrm>
            <a:custGeom>
              <a:avLst/>
              <a:gdLst/>
              <a:ahLst/>
              <a:cxnLst/>
              <a:rect r="r" b="b" t="t" l="l"/>
              <a:pathLst>
                <a:path h="361738" w="847315">
                  <a:moveTo>
                    <a:pt x="0" y="0"/>
                  </a:moveTo>
                  <a:lnTo>
                    <a:pt x="847315" y="0"/>
                  </a:lnTo>
                  <a:lnTo>
                    <a:pt x="847315" y="361738"/>
                  </a:lnTo>
                  <a:lnTo>
                    <a:pt x="0" y="361738"/>
                  </a:lnTo>
                  <a:close/>
                </a:path>
              </a:pathLst>
            </a:custGeom>
            <a:solidFill>
              <a:srgbClr val="F7A01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847315" cy="352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24"/>
                </a:lnSpc>
              </a:pPr>
              <a:r>
                <a:rPr lang="en-US" b="true" sz="349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Coffe machine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102371">
            <a:off x="7623578" y="7948379"/>
            <a:ext cx="3217149" cy="1373474"/>
            <a:chOff x="0" y="0"/>
            <a:chExt cx="847315" cy="3617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7315" cy="361738"/>
            </a:xfrm>
            <a:custGeom>
              <a:avLst/>
              <a:gdLst/>
              <a:ahLst/>
              <a:cxnLst/>
              <a:rect r="r" b="b" t="t" l="l"/>
              <a:pathLst>
                <a:path h="361738" w="847315">
                  <a:moveTo>
                    <a:pt x="0" y="0"/>
                  </a:moveTo>
                  <a:lnTo>
                    <a:pt x="847315" y="0"/>
                  </a:lnTo>
                  <a:lnTo>
                    <a:pt x="847315" y="361738"/>
                  </a:lnTo>
                  <a:lnTo>
                    <a:pt x="0" y="361738"/>
                  </a:lnTo>
                  <a:close/>
                </a:path>
              </a:pathLst>
            </a:custGeom>
            <a:solidFill>
              <a:srgbClr val="F7A01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847315" cy="352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24"/>
                </a:lnSpc>
              </a:pPr>
              <a:r>
                <a:rPr lang="en-US" b="true" sz="349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Coffe machine 2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865357" y="7865400"/>
            <a:ext cx="1393943" cy="1160457"/>
          </a:xfrm>
          <a:custGeom>
            <a:avLst/>
            <a:gdLst/>
            <a:ahLst/>
            <a:cxnLst/>
            <a:rect r="r" b="b" t="t" l="l"/>
            <a:pathLst>
              <a:path h="1160457" w="1393943">
                <a:moveTo>
                  <a:pt x="0" y="0"/>
                </a:moveTo>
                <a:lnTo>
                  <a:pt x="1393943" y="0"/>
                </a:lnTo>
                <a:lnTo>
                  <a:pt x="1393943" y="1160457"/>
                </a:lnTo>
                <a:lnTo>
                  <a:pt x="0" y="1160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56552" y="6182712"/>
            <a:ext cx="944297" cy="786127"/>
          </a:xfrm>
          <a:custGeom>
            <a:avLst/>
            <a:gdLst/>
            <a:ahLst/>
            <a:cxnLst/>
            <a:rect r="r" b="b" t="t" l="l"/>
            <a:pathLst>
              <a:path h="786127" w="944297">
                <a:moveTo>
                  <a:pt x="0" y="0"/>
                </a:moveTo>
                <a:lnTo>
                  <a:pt x="944296" y="0"/>
                </a:lnTo>
                <a:lnTo>
                  <a:pt x="944296" y="786127"/>
                </a:lnTo>
                <a:lnTo>
                  <a:pt x="0" y="7861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164907" y="1841142"/>
            <a:ext cx="5988826" cy="1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Favorite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20599" y="1841142"/>
            <a:ext cx="5988826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F7A012"/>
                </a:solidFill>
                <a:latin typeface="Inter Bold"/>
                <a:ea typeface="Inter Bold"/>
                <a:cs typeface="Inter Bold"/>
                <a:sym typeface="Inter Bold"/>
              </a:rPr>
              <a:t>Destinations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968719">
            <a:off x="13328190" y="6077160"/>
            <a:ext cx="4501370" cy="3576479"/>
            <a:chOff x="0" y="0"/>
            <a:chExt cx="3901440" cy="30998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13"/>
              <a:stretch>
                <a:fillRect l="-1776" t="-63791" r="-20005" b="-82634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2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-114994">
            <a:off x="11898293" y="6236232"/>
            <a:ext cx="3217149" cy="994332"/>
            <a:chOff x="0" y="0"/>
            <a:chExt cx="847315" cy="2618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7315" cy="261882"/>
            </a:xfrm>
            <a:custGeom>
              <a:avLst/>
              <a:gdLst/>
              <a:ahLst/>
              <a:cxnLst/>
              <a:rect r="r" b="b" t="t" l="l"/>
              <a:pathLst>
                <a:path h="261882" w="847315">
                  <a:moveTo>
                    <a:pt x="0" y="0"/>
                  </a:moveTo>
                  <a:lnTo>
                    <a:pt x="847315" y="0"/>
                  </a:lnTo>
                  <a:lnTo>
                    <a:pt x="847315" y="261882"/>
                  </a:lnTo>
                  <a:lnTo>
                    <a:pt x="0" y="261882"/>
                  </a:lnTo>
                  <a:close/>
                </a:path>
              </a:pathLst>
            </a:custGeom>
            <a:solidFill>
              <a:srgbClr val="F7A01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847315" cy="252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24"/>
                </a:lnSpc>
              </a:pPr>
              <a:r>
                <a:rPr lang="en-US" b="true" sz="349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Sleepy couch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0" y="0"/>
            <a:ext cx="3525599" cy="1405263"/>
            <a:chOff x="0" y="0"/>
            <a:chExt cx="4700799" cy="18736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84771" cy="1873684"/>
            </a:xfrm>
            <a:custGeom>
              <a:avLst/>
              <a:gdLst/>
              <a:ahLst/>
              <a:cxnLst/>
              <a:rect r="r" b="b" t="t" l="l"/>
              <a:pathLst>
                <a:path h="1873684" w="1884771">
                  <a:moveTo>
                    <a:pt x="0" y="0"/>
                  </a:moveTo>
                  <a:lnTo>
                    <a:pt x="1884771" y="0"/>
                  </a:lnTo>
                  <a:lnTo>
                    <a:pt x="1884771" y="1873684"/>
                  </a:lnTo>
                  <a:lnTo>
                    <a:pt x="0" y="187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737463" y="671536"/>
              <a:ext cx="2963336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2"/>
                </a:lnSpc>
              </a:pPr>
              <a:r>
                <a:rPr lang="en-US" sz="214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Matteo Galdini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440086" y="8635116"/>
            <a:ext cx="301352" cy="287226"/>
            <a:chOff x="0" y="0"/>
            <a:chExt cx="812800" cy="774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741438" y="8635116"/>
            <a:ext cx="301352" cy="287226"/>
            <a:chOff x="0" y="0"/>
            <a:chExt cx="812800" cy="774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042791" y="8635116"/>
            <a:ext cx="301352" cy="287226"/>
            <a:chOff x="0" y="0"/>
            <a:chExt cx="812800" cy="774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344143" y="8635116"/>
            <a:ext cx="301352" cy="287226"/>
            <a:chOff x="0" y="0"/>
            <a:chExt cx="812800" cy="774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645495" y="8635116"/>
            <a:ext cx="301352" cy="287226"/>
            <a:chOff x="0" y="0"/>
            <a:chExt cx="812800" cy="774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780124" y="9369443"/>
            <a:ext cx="301352" cy="287226"/>
            <a:chOff x="0" y="0"/>
            <a:chExt cx="812800" cy="7747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081476" y="9369443"/>
            <a:ext cx="301352" cy="287226"/>
            <a:chOff x="0" y="0"/>
            <a:chExt cx="812800" cy="774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82829" y="9369443"/>
            <a:ext cx="301352" cy="287226"/>
            <a:chOff x="0" y="0"/>
            <a:chExt cx="812800" cy="774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063586" y="7396054"/>
            <a:ext cx="301352" cy="287226"/>
            <a:chOff x="0" y="0"/>
            <a:chExt cx="812800" cy="7747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364938" y="7396054"/>
            <a:ext cx="301352" cy="287226"/>
            <a:chOff x="0" y="0"/>
            <a:chExt cx="812800" cy="7747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666290" y="7396054"/>
            <a:ext cx="301352" cy="287226"/>
            <a:chOff x="0" y="0"/>
            <a:chExt cx="812800" cy="7747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967642" y="7396054"/>
            <a:ext cx="301352" cy="287226"/>
            <a:chOff x="0" y="0"/>
            <a:chExt cx="812800" cy="7747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794740" y="3280087"/>
            <a:ext cx="2728312" cy="3169507"/>
            <a:chOff x="0" y="0"/>
            <a:chExt cx="546608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3"/>
              <a:stretch>
                <a:fillRect l="-115796" t="-6277" r="-117459" b="-29004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130925">
            <a:off x="12503055" y="3280087"/>
            <a:ext cx="2728312" cy="3169507"/>
            <a:chOff x="0" y="0"/>
            <a:chExt cx="546608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4634" r="-276741" b="-169337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-113422">
            <a:off x="7666453" y="3280087"/>
            <a:ext cx="2728312" cy="3169507"/>
            <a:chOff x="0" y="0"/>
            <a:chExt cx="546608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1068370">
              <a:off x="-347954" y="-335689"/>
              <a:ext cx="6080709" cy="5954554"/>
            </a:xfrm>
            <a:custGeom>
              <a:avLst/>
              <a:gdLst/>
              <a:ahLst/>
              <a:cxnLst/>
              <a:rect r="r" b="b" t="t" l="l"/>
              <a:pathLst>
                <a:path h="5954554" w="6080709">
                  <a:moveTo>
                    <a:pt x="4632159" y="983"/>
                  </a:moveTo>
                  <a:lnTo>
                    <a:pt x="13158" y="1484531"/>
                  </a:lnTo>
                  <a:cubicBezTo>
                    <a:pt x="3485" y="1487638"/>
                    <a:pt x="-2261" y="1498820"/>
                    <a:pt x="846" y="1508494"/>
                  </a:cubicBezTo>
                  <a:lnTo>
                    <a:pt x="1424586" y="5941283"/>
                  </a:lnTo>
                  <a:cubicBezTo>
                    <a:pt x="1428081" y="5952166"/>
                    <a:pt x="1438876" y="5956702"/>
                    <a:pt x="1448549" y="5953595"/>
                  </a:cubicBezTo>
                  <a:lnTo>
                    <a:pt x="6067550" y="4470048"/>
                  </a:lnTo>
                  <a:cubicBezTo>
                    <a:pt x="6077223" y="4466941"/>
                    <a:pt x="6082969" y="4455758"/>
                    <a:pt x="6079862" y="4446085"/>
                  </a:cubicBezTo>
                  <a:lnTo>
                    <a:pt x="4656510" y="14504"/>
                  </a:lnTo>
                  <a:cubicBezTo>
                    <a:pt x="4653015" y="3621"/>
                    <a:pt x="4643041" y="-2513"/>
                    <a:pt x="4632159" y="983"/>
                  </a:cubicBezTo>
                  <a:close/>
                </a:path>
              </a:pathLst>
            </a:custGeom>
            <a:blipFill>
              <a:blip r:embed="rId5"/>
              <a:stretch>
                <a:fillRect l="-48601" t="-47399" r="-115051" b="-212021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6130953" y="-110709"/>
            <a:ext cx="2256694" cy="1477109"/>
          </a:xfrm>
          <a:custGeom>
            <a:avLst/>
            <a:gdLst/>
            <a:ahLst/>
            <a:cxnLst/>
            <a:rect r="r" b="b" t="t" l="l"/>
            <a:pathLst>
              <a:path h="1477109" w="2256694">
                <a:moveTo>
                  <a:pt x="0" y="0"/>
                </a:moveTo>
                <a:lnTo>
                  <a:pt x="2256694" y="0"/>
                </a:lnTo>
                <a:lnTo>
                  <a:pt x="2256694" y="1477109"/>
                </a:lnTo>
                <a:lnTo>
                  <a:pt x="0" y="1477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213186" y="1930914"/>
            <a:ext cx="1032930" cy="859914"/>
          </a:xfrm>
          <a:custGeom>
            <a:avLst/>
            <a:gdLst/>
            <a:ahLst/>
            <a:cxnLst/>
            <a:rect r="r" b="b" t="t" l="l"/>
            <a:pathLst>
              <a:path h="859914" w="1032930">
                <a:moveTo>
                  <a:pt x="0" y="0"/>
                </a:moveTo>
                <a:lnTo>
                  <a:pt x="1032930" y="0"/>
                </a:lnTo>
                <a:lnTo>
                  <a:pt x="1032930" y="859914"/>
                </a:lnTo>
                <a:lnTo>
                  <a:pt x="0" y="8599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742835" y="6977426"/>
            <a:ext cx="1032930" cy="859914"/>
          </a:xfrm>
          <a:custGeom>
            <a:avLst/>
            <a:gdLst/>
            <a:ahLst/>
            <a:cxnLst/>
            <a:rect r="r" b="b" t="t" l="l"/>
            <a:pathLst>
              <a:path h="859914" w="1032930">
                <a:moveTo>
                  <a:pt x="0" y="0"/>
                </a:moveTo>
                <a:lnTo>
                  <a:pt x="1032930" y="0"/>
                </a:lnTo>
                <a:lnTo>
                  <a:pt x="1032930" y="859914"/>
                </a:lnTo>
                <a:lnTo>
                  <a:pt x="0" y="8599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714607" y="1451595"/>
            <a:ext cx="7175337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Colleagues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439543" y="329996"/>
            <a:ext cx="7380553" cy="2911964"/>
          </a:xfrm>
          <a:custGeom>
            <a:avLst/>
            <a:gdLst/>
            <a:ahLst/>
            <a:cxnLst/>
            <a:rect r="r" b="b" t="t" l="l"/>
            <a:pathLst>
              <a:path h="2911964" w="7380553">
                <a:moveTo>
                  <a:pt x="0" y="0"/>
                </a:moveTo>
                <a:lnTo>
                  <a:pt x="7380553" y="0"/>
                </a:lnTo>
                <a:lnTo>
                  <a:pt x="7380553" y="2911964"/>
                </a:lnTo>
                <a:lnTo>
                  <a:pt x="0" y="29119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714607" y="6776611"/>
            <a:ext cx="2972730" cy="2577133"/>
            <a:chOff x="0" y="0"/>
            <a:chExt cx="782941" cy="6787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2941" cy="678751"/>
            </a:xfrm>
            <a:custGeom>
              <a:avLst/>
              <a:gdLst/>
              <a:ahLst/>
              <a:cxnLst/>
              <a:rect r="r" b="b" t="t" l="l"/>
              <a:pathLst>
                <a:path h="678751" w="782941">
                  <a:moveTo>
                    <a:pt x="0" y="0"/>
                  </a:moveTo>
                  <a:lnTo>
                    <a:pt x="782941" y="0"/>
                  </a:lnTo>
                  <a:lnTo>
                    <a:pt x="782941" y="678751"/>
                  </a:lnTo>
                  <a:lnTo>
                    <a:pt x="0" y="67875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782941" cy="669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2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058127" y="8810625"/>
            <a:ext cx="301352" cy="287226"/>
            <a:chOff x="0" y="0"/>
            <a:chExt cx="812800" cy="774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17746" y="8810625"/>
            <a:ext cx="301352" cy="287226"/>
            <a:chOff x="0" y="0"/>
            <a:chExt cx="812800" cy="774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777366" y="8810625"/>
            <a:ext cx="301352" cy="287226"/>
            <a:chOff x="0" y="0"/>
            <a:chExt cx="812800" cy="774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136986" y="8810625"/>
            <a:ext cx="301352" cy="287226"/>
            <a:chOff x="0" y="0"/>
            <a:chExt cx="812800" cy="774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496605" y="8810625"/>
            <a:ext cx="301352" cy="287226"/>
            <a:chOff x="0" y="0"/>
            <a:chExt cx="812800" cy="774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41" id="41"/>
          <p:cNvSpPr/>
          <p:nvPr/>
        </p:nvSpPr>
        <p:spPr>
          <a:xfrm>
            <a:off x="3014824" y="8648700"/>
            <a:ext cx="2292602" cy="0"/>
          </a:xfrm>
          <a:prstGeom prst="line">
            <a:avLst/>
          </a:prstGeom>
          <a:ln cap="flat" w="19050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12380846" y="6776611"/>
            <a:ext cx="2972730" cy="2577133"/>
            <a:chOff x="0" y="0"/>
            <a:chExt cx="782941" cy="67875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82941" cy="678751"/>
            </a:xfrm>
            <a:custGeom>
              <a:avLst/>
              <a:gdLst/>
              <a:ahLst/>
              <a:cxnLst/>
              <a:rect r="r" b="b" t="t" l="l"/>
              <a:pathLst>
                <a:path h="678751" w="782941">
                  <a:moveTo>
                    <a:pt x="0" y="0"/>
                  </a:moveTo>
                  <a:lnTo>
                    <a:pt x="782941" y="0"/>
                  </a:lnTo>
                  <a:lnTo>
                    <a:pt x="782941" y="678751"/>
                  </a:lnTo>
                  <a:lnTo>
                    <a:pt x="0" y="67875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782941" cy="669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24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724366" y="8810625"/>
            <a:ext cx="301352" cy="287226"/>
            <a:chOff x="0" y="0"/>
            <a:chExt cx="812800" cy="774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083985" y="8810625"/>
            <a:ext cx="301352" cy="287226"/>
            <a:chOff x="0" y="0"/>
            <a:chExt cx="812800" cy="7747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443605" y="8810625"/>
            <a:ext cx="301352" cy="287226"/>
            <a:chOff x="0" y="0"/>
            <a:chExt cx="812800" cy="774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803224" y="8810625"/>
            <a:ext cx="301352" cy="287226"/>
            <a:chOff x="0" y="0"/>
            <a:chExt cx="812800" cy="774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162844" y="8810625"/>
            <a:ext cx="301352" cy="287226"/>
            <a:chOff x="0" y="0"/>
            <a:chExt cx="812800" cy="7747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0" id="60"/>
          <p:cNvSpPr/>
          <p:nvPr/>
        </p:nvSpPr>
        <p:spPr>
          <a:xfrm>
            <a:off x="12681063" y="8648700"/>
            <a:ext cx="2292602" cy="0"/>
          </a:xfrm>
          <a:prstGeom prst="line">
            <a:avLst/>
          </a:prstGeom>
          <a:ln cap="flat" w="19050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7657635" y="6776611"/>
            <a:ext cx="2972730" cy="2577133"/>
            <a:chOff x="0" y="0"/>
            <a:chExt cx="782941" cy="67875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82941" cy="678751"/>
            </a:xfrm>
            <a:custGeom>
              <a:avLst/>
              <a:gdLst/>
              <a:ahLst/>
              <a:cxnLst/>
              <a:rect r="r" b="b" t="t" l="l"/>
              <a:pathLst>
                <a:path h="678751" w="782941">
                  <a:moveTo>
                    <a:pt x="0" y="0"/>
                  </a:moveTo>
                  <a:lnTo>
                    <a:pt x="782941" y="0"/>
                  </a:lnTo>
                  <a:lnTo>
                    <a:pt x="782941" y="678751"/>
                  </a:lnTo>
                  <a:lnTo>
                    <a:pt x="0" y="67875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9525"/>
              <a:ext cx="782941" cy="669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24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001155" y="8810625"/>
            <a:ext cx="301352" cy="287226"/>
            <a:chOff x="0" y="0"/>
            <a:chExt cx="812800" cy="7747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360775" y="8810625"/>
            <a:ext cx="301352" cy="287226"/>
            <a:chOff x="0" y="0"/>
            <a:chExt cx="812800" cy="7747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720394" y="8810625"/>
            <a:ext cx="301352" cy="287226"/>
            <a:chOff x="0" y="0"/>
            <a:chExt cx="812800" cy="7747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080014" y="8810625"/>
            <a:ext cx="301352" cy="287226"/>
            <a:chOff x="0" y="0"/>
            <a:chExt cx="812800" cy="7747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439633" y="8810625"/>
            <a:ext cx="301352" cy="287226"/>
            <a:chOff x="0" y="0"/>
            <a:chExt cx="812800" cy="7747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51984" y="56033"/>
              <a:ext cx="708832" cy="678095"/>
            </a:xfrm>
            <a:custGeom>
              <a:avLst/>
              <a:gdLst/>
              <a:ahLst/>
              <a:cxnLst/>
              <a:rect r="r" b="b" t="t" l="l"/>
              <a:pathLst>
                <a:path h="678095" w="708832">
                  <a:moveTo>
                    <a:pt x="378186" y="17282"/>
                  </a:moveTo>
                  <a:lnTo>
                    <a:pt x="426585" y="166561"/>
                  </a:lnTo>
                  <a:cubicBezTo>
                    <a:pt x="440756" y="210272"/>
                    <a:pt x="481475" y="239876"/>
                    <a:pt x="527426" y="239876"/>
                  </a:cubicBezTo>
                  <a:lnTo>
                    <a:pt x="683744" y="239876"/>
                  </a:lnTo>
                  <a:cubicBezTo>
                    <a:pt x="694607" y="239876"/>
                    <a:pt x="704236" y="246868"/>
                    <a:pt x="707599" y="257198"/>
                  </a:cubicBezTo>
                  <a:cubicBezTo>
                    <a:pt x="710961" y="267527"/>
                    <a:pt x="707292" y="278848"/>
                    <a:pt x="698511" y="285242"/>
                  </a:cubicBezTo>
                  <a:lnTo>
                    <a:pt x="571952" y="377392"/>
                  </a:lnTo>
                  <a:cubicBezTo>
                    <a:pt x="534788" y="404452"/>
                    <a:pt x="519238" y="452342"/>
                    <a:pt x="533417" y="496073"/>
                  </a:cubicBezTo>
                  <a:lnTo>
                    <a:pt x="581815" y="645352"/>
                  </a:lnTo>
                  <a:cubicBezTo>
                    <a:pt x="585160" y="655667"/>
                    <a:pt x="581480" y="666962"/>
                    <a:pt x="572703" y="673328"/>
                  </a:cubicBezTo>
                  <a:cubicBezTo>
                    <a:pt x="563925" y="679695"/>
                    <a:pt x="552045" y="679684"/>
                    <a:pt x="543280" y="673301"/>
                  </a:cubicBezTo>
                  <a:lnTo>
                    <a:pt x="416722" y="581152"/>
                  </a:lnTo>
                  <a:cubicBezTo>
                    <a:pt x="379585" y="554112"/>
                    <a:pt x="329247" y="554112"/>
                    <a:pt x="292110" y="581152"/>
                  </a:cubicBezTo>
                  <a:lnTo>
                    <a:pt x="165552" y="673301"/>
                  </a:lnTo>
                  <a:cubicBezTo>
                    <a:pt x="156787" y="679684"/>
                    <a:pt x="144907" y="679695"/>
                    <a:pt x="136129" y="673328"/>
                  </a:cubicBezTo>
                  <a:cubicBezTo>
                    <a:pt x="127352" y="666962"/>
                    <a:pt x="123672" y="655667"/>
                    <a:pt x="127017" y="645352"/>
                  </a:cubicBezTo>
                  <a:lnTo>
                    <a:pt x="175415" y="496073"/>
                  </a:lnTo>
                  <a:cubicBezTo>
                    <a:pt x="189594" y="452342"/>
                    <a:pt x="174044" y="404452"/>
                    <a:pt x="136880" y="377392"/>
                  </a:cubicBezTo>
                  <a:lnTo>
                    <a:pt x="10321" y="285242"/>
                  </a:lnTo>
                  <a:cubicBezTo>
                    <a:pt x="1540" y="278848"/>
                    <a:pt x="-2129" y="267527"/>
                    <a:pt x="1233" y="257198"/>
                  </a:cubicBezTo>
                  <a:cubicBezTo>
                    <a:pt x="4596" y="246868"/>
                    <a:pt x="14225" y="239876"/>
                    <a:pt x="25088" y="239876"/>
                  </a:cubicBezTo>
                  <a:lnTo>
                    <a:pt x="181406" y="239876"/>
                  </a:lnTo>
                  <a:cubicBezTo>
                    <a:pt x="227357" y="239876"/>
                    <a:pt x="268076" y="210272"/>
                    <a:pt x="282248" y="166561"/>
                  </a:cubicBezTo>
                  <a:lnTo>
                    <a:pt x="330646" y="17282"/>
                  </a:lnTo>
                  <a:cubicBezTo>
                    <a:pt x="333987" y="6979"/>
                    <a:pt x="343585" y="0"/>
                    <a:pt x="354416" y="0"/>
                  </a:cubicBezTo>
                  <a:cubicBezTo>
                    <a:pt x="365247" y="0"/>
                    <a:pt x="374845" y="6979"/>
                    <a:pt x="378186" y="17282"/>
                  </a:cubicBezTo>
                  <a:close/>
                </a:path>
              </a:pathLst>
            </a:custGeom>
            <a:solidFill>
              <a:srgbClr val="F7A012"/>
            </a:solidFill>
            <a:ln cap="sq">
              <a:noFill/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4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79" id="79"/>
          <p:cNvSpPr/>
          <p:nvPr/>
        </p:nvSpPr>
        <p:spPr>
          <a:xfrm>
            <a:off x="7957852" y="8648700"/>
            <a:ext cx="2292602" cy="0"/>
          </a:xfrm>
          <a:prstGeom prst="line">
            <a:avLst/>
          </a:prstGeom>
          <a:ln cap="flat" w="19050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80" id="80"/>
          <p:cNvGrpSpPr/>
          <p:nvPr/>
        </p:nvGrpSpPr>
        <p:grpSpPr>
          <a:xfrm rot="0">
            <a:off x="0" y="0"/>
            <a:ext cx="3525599" cy="1405263"/>
            <a:chOff x="0" y="0"/>
            <a:chExt cx="4700799" cy="18736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884771" cy="1873684"/>
            </a:xfrm>
            <a:custGeom>
              <a:avLst/>
              <a:gdLst/>
              <a:ahLst/>
              <a:cxnLst/>
              <a:rect r="r" b="b" t="t" l="l"/>
              <a:pathLst>
                <a:path h="1873684" w="1884771">
                  <a:moveTo>
                    <a:pt x="0" y="0"/>
                  </a:moveTo>
                  <a:lnTo>
                    <a:pt x="1884771" y="0"/>
                  </a:lnTo>
                  <a:lnTo>
                    <a:pt x="1884771" y="1873684"/>
                  </a:lnTo>
                  <a:lnTo>
                    <a:pt x="0" y="187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 rot="0">
              <a:off x="1737463" y="671536"/>
              <a:ext cx="2963336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2"/>
                </a:lnSpc>
              </a:pPr>
              <a:r>
                <a:rPr lang="en-US" sz="214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Matteo Galdini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2905597" y="3361722"/>
            <a:ext cx="2506597" cy="2515518"/>
            <a:chOff x="0" y="0"/>
            <a:chExt cx="564717" cy="56672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64717" cy="566727"/>
            </a:xfrm>
            <a:custGeom>
              <a:avLst/>
              <a:gdLst/>
              <a:ahLst/>
              <a:cxnLst/>
              <a:rect r="r" b="b" t="t" l="l"/>
              <a:pathLst>
                <a:path h="566727" w="564717">
                  <a:moveTo>
                    <a:pt x="0" y="0"/>
                  </a:moveTo>
                  <a:lnTo>
                    <a:pt x="564717" y="0"/>
                  </a:lnTo>
                  <a:lnTo>
                    <a:pt x="564717" y="566727"/>
                  </a:lnTo>
                  <a:lnTo>
                    <a:pt x="0" y="566727"/>
                  </a:lnTo>
                  <a:close/>
                </a:path>
              </a:pathLst>
            </a:custGeom>
            <a:blipFill>
              <a:blip r:embed="rId13"/>
              <a:stretch>
                <a:fillRect l="-10963" t="0" r="-10963" b="0"/>
              </a:stretch>
            </a:blipFill>
            <a:ln w="952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85" id="85"/>
          <p:cNvSpPr txBox="true"/>
          <p:nvPr/>
        </p:nvSpPr>
        <p:spPr>
          <a:xfrm rot="0">
            <a:off x="10037176" y="1451595"/>
            <a:ext cx="4552398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F7A012"/>
                </a:solidFill>
                <a:latin typeface="Inter Bold"/>
                <a:ea typeface="Inter Bold"/>
                <a:cs typeface="Inter Bold"/>
                <a:sym typeface="Inter Bold"/>
              </a:rPr>
              <a:t>Review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673275" y="5886765"/>
            <a:ext cx="297124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Allegra Di Mattia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354941" y="5886765"/>
            <a:ext cx="297124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Luca Bisognin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7614919" y="5886765"/>
            <a:ext cx="297124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Abdul Mohid Butt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3058127" y="7078244"/>
            <a:ext cx="2249299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My colleague, funny and worked well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724366" y="7078244"/>
            <a:ext cx="2249299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Did his job and was funny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8001155" y="7078244"/>
            <a:ext cx="2249299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Legendary (when he was with us)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9124" y="2551659"/>
            <a:ext cx="5138014" cy="2591841"/>
            <a:chOff x="0" y="0"/>
            <a:chExt cx="1353222" cy="6826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3222" cy="682625"/>
            </a:xfrm>
            <a:custGeom>
              <a:avLst/>
              <a:gdLst/>
              <a:ahLst/>
              <a:cxnLst/>
              <a:rect r="r" b="b" t="t" l="l"/>
              <a:pathLst>
                <a:path h="682625" w="1353222">
                  <a:moveTo>
                    <a:pt x="0" y="0"/>
                  </a:moveTo>
                  <a:lnTo>
                    <a:pt x="1353222" y="0"/>
                  </a:lnTo>
                  <a:lnTo>
                    <a:pt x="1353222" y="682625"/>
                  </a:lnTo>
                  <a:lnTo>
                    <a:pt x="0" y="68262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353222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9"/>
                </a:lnSpc>
              </a:pPr>
              <a:r>
                <a:rPr lang="en-US" b="true" sz="299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INGV isn’t really connected to my academic studies and future goals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609030" y="2538167"/>
            <a:ext cx="1393943" cy="1160457"/>
          </a:xfrm>
          <a:custGeom>
            <a:avLst/>
            <a:gdLst/>
            <a:ahLst/>
            <a:cxnLst/>
            <a:rect r="r" b="b" t="t" l="l"/>
            <a:pathLst>
              <a:path h="1160457" w="1393943">
                <a:moveTo>
                  <a:pt x="0" y="0"/>
                </a:moveTo>
                <a:lnTo>
                  <a:pt x="1393943" y="0"/>
                </a:lnTo>
                <a:lnTo>
                  <a:pt x="1393943" y="1160458"/>
                </a:lnTo>
                <a:lnTo>
                  <a:pt x="0" y="11604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30953" y="-110709"/>
            <a:ext cx="2256694" cy="1477109"/>
          </a:xfrm>
          <a:custGeom>
            <a:avLst/>
            <a:gdLst/>
            <a:ahLst/>
            <a:cxnLst/>
            <a:rect r="r" b="b" t="t" l="l"/>
            <a:pathLst>
              <a:path h="1477109" w="2256694">
                <a:moveTo>
                  <a:pt x="0" y="0"/>
                </a:moveTo>
                <a:lnTo>
                  <a:pt x="2256694" y="0"/>
                </a:lnTo>
                <a:lnTo>
                  <a:pt x="2256694" y="1477109"/>
                </a:lnTo>
                <a:lnTo>
                  <a:pt x="0" y="1477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75229" y="1513538"/>
            <a:ext cx="5884071" cy="2417818"/>
          </a:xfrm>
          <a:custGeom>
            <a:avLst/>
            <a:gdLst/>
            <a:ahLst/>
            <a:cxnLst/>
            <a:rect r="r" b="b" t="t" l="l"/>
            <a:pathLst>
              <a:path h="2417818" w="5884071">
                <a:moveTo>
                  <a:pt x="0" y="0"/>
                </a:moveTo>
                <a:lnTo>
                  <a:pt x="5884071" y="0"/>
                </a:lnTo>
                <a:lnTo>
                  <a:pt x="5884071" y="2417818"/>
                </a:lnTo>
                <a:lnTo>
                  <a:pt x="0" y="24178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2152" y="8919164"/>
            <a:ext cx="1393943" cy="1160457"/>
          </a:xfrm>
          <a:custGeom>
            <a:avLst/>
            <a:gdLst/>
            <a:ahLst/>
            <a:cxnLst/>
            <a:rect r="r" b="b" t="t" l="l"/>
            <a:pathLst>
              <a:path h="1160457" w="1393943">
                <a:moveTo>
                  <a:pt x="0" y="0"/>
                </a:moveTo>
                <a:lnTo>
                  <a:pt x="1393943" y="0"/>
                </a:lnTo>
                <a:lnTo>
                  <a:pt x="1393943" y="1160457"/>
                </a:lnTo>
                <a:lnTo>
                  <a:pt x="0" y="11604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0"/>
            <a:ext cx="3525599" cy="1405263"/>
            <a:chOff x="0" y="0"/>
            <a:chExt cx="4700799" cy="18736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84771" cy="1873684"/>
            </a:xfrm>
            <a:custGeom>
              <a:avLst/>
              <a:gdLst/>
              <a:ahLst/>
              <a:cxnLst/>
              <a:rect r="r" b="b" t="t" l="l"/>
              <a:pathLst>
                <a:path h="1873684" w="1884771">
                  <a:moveTo>
                    <a:pt x="0" y="0"/>
                  </a:moveTo>
                  <a:lnTo>
                    <a:pt x="1884771" y="0"/>
                  </a:lnTo>
                  <a:lnTo>
                    <a:pt x="1884771" y="1873684"/>
                  </a:lnTo>
                  <a:lnTo>
                    <a:pt x="0" y="187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737463" y="671536"/>
              <a:ext cx="2963336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2"/>
                </a:lnSpc>
              </a:pPr>
              <a:r>
                <a:rPr lang="en-US" sz="214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Matteo Galdini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400864" y="4693099"/>
            <a:ext cx="5138014" cy="2591841"/>
            <a:chOff x="0" y="0"/>
            <a:chExt cx="1353222" cy="6826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53222" cy="682625"/>
            </a:xfrm>
            <a:custGeom>
              <a:avLst/>
              <a:gdLst/>
              <a:ahLst/>
              <a:cxnLst/>
              <a:rect r="r" b="b" t="t" l="l"/>
              <a:pathLst>
                <a:path h="682625" w="1353222">
                  <a:moveTo>
                    <a:pt x="0" y="0"/>
                  </a:moveTo>
                  <a:lnTo>
                    <a:pt x="1353222" y="0"/>
                  </a:lnTo>
                  <a:lnTo>
                    <a:pt x="1353222" y="682625"/>
                  </a:lnTo>
                  <a:lnTo>
                    <a:pt x="0" y="68262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1353222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647697" indent="-323848" lvl="1">
                <a:lnSpc>
                  <a:spcPts val="344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It was useful and funny</a:t>
              </a:r>
            </a:p>
            <a:p>
              <a:pPr algn="l" marL="647697" indent="-323848" lvl="1">
                <a:lnSpc>
                  <a:spcPts val="344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Still learned a lot</a:t>
              </a:r>
            </a:p>
            <a:p>
              <a:pPr algn="l" marL="647697" indent="-323848" lvl="1">
                <a:lnSpc>
                  <a:spcPts val="344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Great place overall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51900" y="5246903"/>
            <a:ext cx="4416492" cy="2898323"/>
            <a:chOff x="0" y="0"/>
            <a:chExt cx="8128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F5BE4A"/>
            </a:solidFill>
            <a:ln w="38100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38100" y="88900"/>
              <a:ext cx="7366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04"/>
                </a:lnSpc>
              </a:pPr>
              <a:r>
                <a:rPr lang="en-US" b="true" sz="269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 still want to go ahed and keep studing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30016" y="7284940"/>
            <a:ext cx="6111783" cy="2704316"/>
            <a:chOff x="0" y="0"/>
            <a:chExt cx="1609688" cy="7122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09688" cy="712248"/>
            </a:xfrm>
            <a:custGeom>
              <a:avLst/>
              <a:gdLst/>
              <a:ahLst/>
              <a:cxnLst/>
              <a:rect r="r" b="b" t="t" l="l"/>
              <a:pathLst>
                <a:path h="712248" w="1609688">
                  <a:moveTo>
                    <a:pt x="0" y="0"/>
                  </a:moveTo>
                  <a:lnTo>
                    <a:pt x="1609688" y="0"/>
                  </a:lnTo>
                  <a:lnTo>
                    <a:pt x="1609688" y="712248"/>
                  </a:lnTo>
                  <a:lnTo>
                    <a:pt x="0" y="71224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1609688" cy="70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49"/>
                </a:lnSpc>
              </a:pPr>
              <a:r>
                <a:rPr lang="en-US" sz="29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Hopefully one day I’ll be able to pursuit my goal of being a videogame developer, possibily in another country (UK loading.....)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true" rot="3319939">
            <a:off x="8567732" y="7219068"/>
            <a:ext cx="3033429" cy="1660469"/>
          </a:xfrm>
          <a:custGeom>
            <a:avLst/>
            <a:gdLst/>
            <a:ahLst/>
            <a:cxnLst/>
            <a:rect r="r" b="b" t="t" l="l"/>
            <a:pathLst>
              <a:path h="1660469" w="3033429">
                <a:moveTo>
                  <a:pt x="0" y="1660469"/>
                </a:moveTo>
                <a:lnTo>
                  <a:pt x="3033429" y="1660469"/>
                </a:lnTo>
                <a:lnTo>
                  <a:pt x="3033429" y="0"/>
                </a:lnTo>
                <a:lnTo>
                  <a:pt x="0" y="0"/>
                </a:lnTo>
                <a:lnTo>
                  <a:pt x="0" y="166046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637483" y="731206"/>
            <a:ext cx="5523176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Connection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79519" y="2013496"/>
            <a:ext cx="516228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F7A012"/>
                </a:solidFill>
                <a:latin typeface="Inter Bold"/>
                <a:ea typeface="Inter Bold"/>
                <a:cs typeface="Inter Bold"/>
                <a:sym typeface="Inter Bold"/>
              </a:rPr>
              <a:t>studies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1653785"/>
            <a:ext cx="2930060" cy="128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2"/>
              </a:lnSpc>
            </a:pPr>
            <a:r>
              <a:rPr lang="en-US" sz="7698">
                <a:solidFill>
                  <a:srgbClr val="000000"/>
                </a:solidFill>
                <a:latin typeface="Westonia"/>
                <a:ea typeface="Westonia"/>
                <a:cs typeface="Westonia"/>
                <a:sym typeface="Westonia"/>
              </a:rPr>
              <a:t>to my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36124" y="3588199"/>
            <a:ext cx="5523176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&amp; future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50389" y="3959931"/>
            <a:ext cx="2031851" cy="128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2"/>
              </a:lnSpc>
            </a:pPr>
            <a:r>
              <a:rPr lang="en-US" sz="7698">
                <a:solidFill>
                  <a:srgbClr val="000000"/>
                </a:solidFill>
                <a:latin typeface="Westonia"/>
                <a:ea typeface="Westonia"/>
                <a:cs typeface="Westonia"/>
                <a:sym typeface="Westonia"/>
              </a:rPr>
              <a:t>steps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35929" y="1671537"/>
            <a:ext cx="6616141" cy="71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2"/>
              </a:lnSpc>
            </a:pPr>
            <a:r>
              <a:rPr lang="en-US" sz="485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Recomendations &amp;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571632" y="1115132"/>
            <a:ext cx="11144736" cy="4397105"/>
          </a:xfrm>
          <a:custGeom>
            <a:avLst/>
            <a:gdLst/>
            <a:ahLst/>
            <a:cxnLst/>
            <a:rect r="r" b="b" t="t" l="l"/>
            <a:pathLst>
              <a:path h="4397105" w="11144736">
                <a:moveTo>
                  <a:pt x="0" y="0"/>
                </a:moveTo>
                <a:lnTo>
                  <a:pt x="11144736" y="0"/>
                </a:lnTo>
                <a:lnTo>
                  <a:pt x="11144736" y="4397105"/>
                </a:lnTo>
                <a:lnTo>
                  <a:pt x="0" y="4397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74995" y="2807008"/>
            <a:ext cx="6062597" cy="1450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7"/>
              </a:lnSpc>
            </a:pPr>
            <a:r>
              <a:rPr lang="en-US" sz="9797" b="true">
                <a:solidFill>
                  <a:srgbClr val="F7A012"/>
                </a:solidFill>
                <a:latin typeface="Inter Bold"/>
                <a:ea typeface="Inter Bold"/>
                <a:cs typeface="Inter Bold"/>
                <a:sym typeface="Inter Bold"/>
              </a:rPr>
              <a:t>Gratitude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71986" y="5902762"/>
            <a:ext cx="5818163" cy="3355538"/>
            <a:chOff x="0" y="0"/>
            <a:chExt cx="1365774" cy="7876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5774" cy="787690"/>
            </a:xfrm>
            <a:custGeom>
              <a:avLst/>
              <a:gdLst/>
              <a:ahLst/>
              <a:cxnLst/>
              <a:rect r="r" b="b" t="t" l="l"/>
              <a:pathLst>
                <a:path h="787690" w="1365774">
                  <a:moveTo>
                    <a:pt x="67863" y="0"/>
                  </a:moveTo>
                  <a:lnTo>
                    <a:pt x="1297911" y="0"/>
                  </a:lnTo>
                  <a:cubicBezTo>
                    <a:pt x="1315909" y="0"/>
                    <a:pt x="1333171" y="7150"/>
                    <a:pt x="1345897" y="19877"/>
                  </a:cubicBezTo>
                  <a:cubicBezTo>
                    <a:pt x="1358624" y="32603"/>
                    <a:pt x="1365774" y="49865"/>
                    <a:pt x="1365774" y="67863"/>
                  </a:cubicBezTo>
                  <a:lnTo>
                    <a:pt x="1365774" y="719827"/>
                  </a:lnTo>
                  <a:cubicBezTo>
                    <a:pt x="1365774" y="757306"/>
                    <a:pt x="1335391" y="787690"/>
                    <a:pt x="1297911" y="787690"/>
                  </a:cubicBezTo>
                  <a:lnTo>
                    <a:pt x="67863" y="787690"/>
                  </a:lnTo>
                  <a:cubicBezTo>
                    <a:pt x="30383" y="787690"/>
                    <a:pt x="0" y="757306"/>
                    <a:pt x="0" y="719827"/>
                  </a:cubicBezTo>
                  <a:lnTo>
                    <a:pt x="0" y="67863"/>
                  </a:lnTo>
                  <a:cubicBezTo>
                    <a:pt x="0" y="30383"/>
                    <a:pt x="30383" y="0"/>
                    <a:pt x="67863" y="0"/>
                  </a:cubicBezTo>
                  <a:close/>
                </a:path>
              </a:pathLst>
            </a:custGeom>
            <a:solidFill>
              <a:srgbClr val="F7A012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365774" cy="77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607309" y="5899420"/>
            <a:ext cx="4947518" cy="328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7"/>
              </a:lnSpc>
              <a:spcBef>
                <a:spcPct val="0"/>
              </a:spcBef>
            </a:pPr>
            <a:r>
              <a:rPr lang="en-US" sz="290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I’m grateful for the opportunity given to me. I got to team up with serious workers while on the same hands having the priviledge of being near my home.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32190" y="1235177"/>
            <a:ext cx="944297" cy="786127"/>
          </a:xfrm>
          <a:custGeom>
            <a:avLst/>
            <a:gdLst/>
            <a:ahLst/>
            <a:cxnLst/>
            <a:rect r="r" b="b" t="t" l="l"/>
            <a:pathLst>
              <a:path h="786127" w="944297">
                <a:moveTo>
                  <a:pt x="0" y="0"/>
                </a:moveTo>
                <a:lnTo>
                  <a:pt x="944296" y="0"/>
                </a:lnTo>
                <a:lnTo>
                  <a:pt x="944296" y="786127"/>
                </a:lnTo>
                <a:lnTo>
                  <a:pt x="0" y="7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06637" y="1115132"/>
            <a:ext cx="944297" cy="786127"/>
          </a:xfrm>
          <a:custGeom>
            <a:avLst/>
            <a:gdLst/>
            <a:ahLst/>
            <a:cxnLst/>
            <a:rect r="r" b="b" t="t" l="l"/>
            <a:pathLst>
              <a:path h="786127" w="944297">
                <a:moveTo>
                  <a:pt x="0" y="0"/>
                </a:moveTo>
                <a:lnTo>
                  <a:pt x="944297" y="0"/>
                </a:lnTo>
                <a:lnTo>
                  <a:pt x="944297" y="786127"/>
                </a:lnTo>
                <a:lnTo>
                  <a:pt x="0" y="7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0" y="0"/>
            <a:ext cx="3525599" cy="1405263"/>
            <a:chOff x="0" y="0"/>
            <a:chExt cx="4700799" cy="1873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84771" cy="1873684"/>
            </a:xfrm>
            <a:custGeom>
              <a:avLst/>
              <a:gdLst/>
              <a:ahLst/>
              <a:cxnLst/>
              <a:rect r="r" b="b" t="t" l="l"/>
              <a:pathLst>
                <a:path h="1873684" w="1884771">
                  <a:moveTo>
                    <a:pt x="0" y="0"/>
                  </a:moveTo>
                  <a:lnTo>
                    <a:pt x="1884771" y="0"/>
                  </a:lnTo>
                  <a:lnTo>
                    <a:pt x="1884771" y="1873684"/>
                  </a:lnTo>
                  <a:lnTo>
                    <a:pt x="0" y="187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737463" y="671536"/>
              <a:ext cx="2963336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2"/>
                </a:lnSpc>
              </a:pPr>
              <a:r>
                <a:rPr lang="en-US" sz="214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Matteo Galdini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75982" y="5902762"/>
            <a:ext cx="5818163" cy="3355538"/>
            <a:chOff x="0" y="0"/>
            <a:chExt cx="1365774" cy="7876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5774" cy="787690"/>
            </a:xfrm>
            <a:custGeom>
              <a:avLst/>
              <a:gdLst/>
              <a:ahLst/>
              <a:cxnLst/>
              <a:rect r="r" b="b" t="t" l="l"/>
              <a:pathLst>
                <a:path h="787690" w="1365774">
                  <a:moveTo>
                    <a:pt x="67863" y="0"/>
                  </a:moveTo>
                  <a:lnTo>
                    <a:pt x="1297911" y="0"/>
                  </a:lnTo>
                  <a:cubicBezTo>
                    <a:pt x="1315909" y="0"/>
                    <a:pt x="1333171" y="7150"/>
                    <a:pt x="1345897" y="19877"/>
                  </a:cubicBezTo>
                  <a:cubicBezTo>
                    <a:pt x="1358624" y="32603"/>
                    <a:pt x="1365774" y="49865"/>
                    <a:pt x="1365774" y="67863"/>
                  </a:cubicBezTo>
                  <a:lnTo>
                    <a:pt x="1365774" y="719827"/>
                  </a:lnTo>
                  <a:cubicBezTo>
                    <a:pt x="1365774" y="757306"/>
                    <a:pt x="1335391" y="787690"/>
                    <a:pt x="1297911" y="787690"/>
                  </a:cubicBezTo>
                  <a:lnTo>
                    <a:pt x="67863" y="787690"/>
                  </a:lnTo>
                  <a:cubicBezTo>
                    <a:pt x="30383" y="787690"/>
                    <a:pt x="0" y="757306"/>
                    <a:pt x="0" y="719827"/>
                  </a:cubicBezTo>
                  <a:lnTo>
                    <a:pt x="0" y="67863"/>
                  </a:lnTo>
                  <a:cubicBezTo>
                    <a:pt x="0" y="30383"/>
                    <a:pt x="30383" y="0"/>
                    <a:pt x="67863" y="0"/>
                  </a:cubicBezTo>
                  <a:close/>
                </a:path>
              </a:pathLst>
            </a:custGeom>
            <a:solidFill>
              <a:srgbClr val="F7A01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1365774" cy="778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75217" y="6452838"/>
            <a:ext cx="5023303" cy="217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7"/>
              </a:lnSpc>
              <a:spcBef>
                <a:spcPct val="0"/>
              </a:spcBef>
            </a:pPr>
            <a:r>
              <a:rPr lang="en-US" sz="2905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anyone who might want to work here, I highly reccommend it, bring your own device.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65277" y="7813567"/>
            <a:ext cx="1393943" cy="1160457"/>
          </a:xfrm>
          <a:custGeom>
            <a:avLst/>
            <a:gdLst/>
            <a:ahLst/>
            <a:cxnLst/>
            <a:rect r="r" b="b" t="t" l="l"/>
            <a:pathLst>
              <a:path h="1160457" w="1393943">
                <a:moveTo>
                  <a:pt x="0" y="0"/>
                </a:moveTo>
                <a:lnTo>
                  <a:pt x="1393943" y="0"/>
                </a:lnTo>
                <a:lnTo>
                  <a:pt x="1393943" y="1160457"/>
                </a:lnTo>
                <a:lnTo>
                  <a:pt x="0" y="11604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14467" y="3325031"/>
            <a:ext cx="6439921" cy="210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55"/>
              </a:lnSpc>
            </a:pPr>
            <a:r>
              <a:rPr lang="en-US" sz="1422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Thank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123241" y="2002702"/>
            <a:ext cx="11136059" cy="4393681"/>
            <a:chOff x="0" y="0"/>
            <a:chExt cx="14848078" cy="58582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848078" cy="5858242"/>
            </a:xfrm>
            <a:custGeom>
              <a:avLst/>
              <a:gdLst/>
              <a:ahLst/>
              <a:cxnLst/>
              <a:rect r="r" b="b" t="t" l="l"/>
              <a:pathLst>
                <a:path h="5858242" w="14848078">
                  <a:moveTo>
                    <a:pt x="0" y="0"/>
                  </a:moveTo>
                  <a:lnTo>
                    <a:pt x="14848078" y="0"/>
                  </a:lnTo>
                  <a:lnTo>
                    <a:pt x="14848078" y="5858242"/>
                  </a:lnTo>
                  <a:lnTo>
                    <a:pt x="0" y="5858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5461937" y="1744056"/>
              <a:ext cx="8586562" cy="2824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55"/>
                </a:lnSpc>
              </a:pPr>
              <a:r>
                <a:rPr lang="en-US" sz="14222" b="true">
                  <a:solidFill>
                    <a:srgbClr val="F7A01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you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78740" y="6029524"/>
            <a:ext cx="15730520" cy="102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33"/>
              </a:lnSpc>
              <a:spcBef>
                <a:spcPct val="0"/>
              </a:spcBef>
            </a:pPr>
            <a:r>
              <a:rPr lang="en-US" sz="568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If you have any questions go ahead and ask!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0"/>
            <a:ext cx="3525599" cy="1405263"/>
            <a:chOff x="0" y="0"/>
            <a:chExt cx="4700799" cy="18736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84771" cy="1873684"/>
            </a:xfrm>
            <a:custGeom>
              <a:avLst/>
              <a:gdLst/>
              <a:ahLst/>
              <a:cxnLst/>
              <a:rect r="r" b="b" t="t" l="l"/>
              <a:pathLst>
                <a:path h="1873684" w="1884771">
                  <a:moveTo>
                    <a:pt x="0" y="0"/>
                  </a:moveTo>
                  <a:lnTo>
                    <a:pt x="1884771" y="0"/>
                  </a:lnTo>
                  <a:lnTo>
                    <a:pt x="1884771" y="1873684"/>
                  </a:lnTo>
                  <a:lnTo>
                    <a:pt x="0" y="187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737463" y="671536"/>
              <a:ext cx="2963336" cy="482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2"/>
                </a:lnSpc>
              </a:pPr>
              <a:r>
                <a:rPr lang="en-US" sz="214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Matteo Galdini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DAG8rxJCihw</dc:identifier>
  <dcterms:modified xsi:type="dcterms:W3CDTF">2011-08-01T06:04:30Z</dcterms:modified>
  <cp:revision>1</cp:revision>
  <dc:title>FSL_GALDINI</dc:title>
</cp:coreProperties>
</file>